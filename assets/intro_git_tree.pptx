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9" r:id="rId2"/>
    <p:sldId id="263" r:id="rId3"/>
    <p:sldId id="262" r:id="rId4"/>
    <p:sldId id="261" r:id="rId5"/>
    <p:sldId id="260" r:id="rId6"/>
    <p:sldId id="264" r:id="rId7"/>
    <p:sldId id="267" r:id="rId8"/>
    <p:sldId id="266" r:id="rId9"/>
    <p:sldId id="269" r:id="rId10"/>
    <p:sldId id="272" r:id="rId11"/>
    <p:sldId id="285" r:id="rId12"/>
    <p:sldId id="284" r:id="rId13"/>
    <p:sldId id="283" r:id="rId14"/>
    <p:sldId id="282" r:id="rId15"/>
    <p:sldId id="281" r:id="rId16"/>
    <p:sldId id="280" r:id="rId17"/>
    <p:sldId id="279" r:id="rId18"/>
    <p:sldId id="278" r:id="rId19"/>
    <p:sldId id="277" r:id="rId20"/>
    <p:sldId id="276" r:id="rId21"/>
    <p:sldId id="275" r:id="rId22"/>
    <p:sldId id="274" r:id="rId23"/>
    <p:sldId id="273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2B4938-B3EB-47C0-A268-60D659B5ECC9}" v="758" dt="2026-01-02T19:39:10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, Randall" userId="ca2a9510-4177-4989-a82b-83511f3dbcf6" providerId="ADAL" clId="{9E56FBCC-9D2B-4AC3-B084-603993C68A6A}"/>
    <pc:docChg chg="undo redo custSel addSld delSld modSld sldOrd">
      <pc:chgData name="Johnson, Randall" userId="ca2a9510-4177-4989-a82b-83511f3dbcf6" providerId="ADAL" clId="{9E56FBCC-9D2B-4AC3-B084-603993C68A6A}" dt="2026-01-02T19:39:10.779" v="3618"/>
      <pc:docMkLst>
        <pc:docMk/>
      </pc:docMkLst>
      <pc:sldChg chg="addSp delSp modSp add mod">
        <pc:chgData name="Johnson, Randall" userId="ca2a9510-4177-4989-a82b-83511f3dbcf6" providerId="ADAL" clId="{9E56FBCC-9D2B-4AC3-B084-603993C68A6A}" dt="2025-12-31T21:27:21.457" v="951" actId="27309"/>
        <pc:sldMkLst>
          <pc:docMk/>
          <pc:sldMk cId="320037879" sldId="264"/>
        </pc:sldMkLst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4" creationId="{53F13EFA-64E8-765A-EEC5-1F6C851BDADC}"/>
          </ac:spMkLst>
        </pc:spChg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5" creationId="{EBE5D53E-51E9-AFEE-8AE3-A7A05F5E920D}"/>
          </ac:spMkLst>
        </pc:spChg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6" creationId="{8968B69B-F8D7-E660-2EF1-0793178E79E8}"/>
          </ac:spMkLst>
        </pc:spChg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7" creationId="{FA0FED5A-CAD8-2887-EAE4-A19095F2A1CD}"/>
          </ac:spMkLst>
        </pc:spChg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8" creationId="{A1769259-F451-8549-0997-79EB16B51ED0}"/>
          </ac:spMkLst>
        </pc:spChg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11" creationId="{0648F716-4088-FFED-AE17-B5DAE2FA7E12}"/>
          </ac:spMkLst>
        </pc:spChg>
        <pc:spChg chg="mod topLvl">
          <ac:chgData name="Johnson, Randall" userId="ca2a9510-4177-4989-a82b-83511f3dbcf6" providerId="ADAL" clId="{9E56FBCC-9D2B-4AC3-B084-603993C68A6A}" dt="2025-12-31T21:13:08.030" v="594" actId="164"/>
          <ac:spMkLst>
            <pc:docMk/>
            <pc:sldMk cId="320037879" sldId="264"/>
            <ac:spMk id="13" creationId="{47E72DE6-CD96-65AF-4ECE-6B39E4E25CF4}"/>
          </ac:spMkLst>
        </pc:spChg>
        <pc:spChg chg="add mod">
          <ac:chgData name="Johnson, Randall" userId="ca2a9510-4177-4989-a82b-83511f3dbcf6" providerId="ADAL" clId="{9E56FBCC-9D2B-4AC3-B084-603993C68A6A}" dt="2025-12-31T20:44:56.967" v="56" actId="1076"/>
          <ac:spMkLst>
            <pc:docMk/>
            <pc:sldMk cId="320037879" sldId="264"/>
            <ac:spMk id="50" creationId="{A8B01D38-65D6-5552-B56E-32F04E5910C0}"/>
          </ac:spMkLst>
        </pc:spChg>
        <pc:spChg chg="add mod">
          <ac:chgData name="Johnson, Randall" userId="ca2a9510-4177-4989-a82b-83511f3dbcf6" providerId="ADAL" clId="{9E56FBCC-9D2B-4AC3-B084-603993C68A6A}" dt="2025-12-31T21:26:48.081" v="949" actId="688"/>
          <ac:spMkLst>
            <pc:docMk/>
            <pc:sldMk cId="320037879" sldId="264"/>
            <ac:spMk id="51" creationId="{8F020151-3D0D-7EC2-9247-D23854E7AEBD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58" creationId="{425A56D1-732E-3BE0-96F7-CE425C0CA4B6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59" creationId="{BF5A43D9-4EAE-C848-9332-20C4F066C3D9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60" creationId="{0D9448A8-F517-1B81-3097-283E9DD9C85E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61" creationId="{FBFADEB8-E8B8-48E7-3517-88E775EAEE80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62" creationId="{8C502F4B-36B1-8726-EDED-C4331C53D00F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1029" creationId="{84B2A179-C7ED-5D63-39E3-52F3D7E59B77}"/>
          </ac:spMkLst>
        </pc:spChg>
        <pc:spChg chg="mod">
          <ac:chgData name="Johnson, Randall" userId="ca2a9510-4177-4989-a82b-83511f3dbcf6" providerId="ADAL" clId="{9E56FBCC-9D2B-4AC3-B084-603993C68A6A}" dt="2025-12-31T21:13:19.582" v="597"/>
          <ac:spMkLst>
            <pc:docMk/>
            <pc:sldMk cId="320037879" sldId="264"/>
            <ac:spMk id="1030" creationId="{F47FD3F9-D802-E361-5FAF-2D1511E92D29}"/>
          </ac:spMkLst>
        </pc:spChg>
        <pc:spChg chg="mod topLvl">
          <ac:chgData name="Johnson, Randall" userId="ca2a9510-4177-4989-a82b-83511f3dbcf6" providerId="ADAL" clId="{9E56FBCC-9D2B-4AC3-B084-603993C68A6A}" dt="2025-12-31T21:26:38.187" v="947" actId="1035"/>
          <ac:spMkLst>
            <pc:docMk/>
            <pc:sldMk cId="320037879" sldId="264"/>
            <ac:spMk id="1037" creationId="{E62BB93C-06DD-C3BC-697D-CB88410D5397}"/>
          </ac:spMkLst>
        </pc:spChg>
        <pc:spChg chg="mod topLvl">
          <ac:chgData name="Johnson, Randall" userId="ca2a9510-4177-4989-a82b-83511f3dbcf6" providerId="ADAL" clId="{9E56FBCC-9D2B-4AC3-B084-603993C68A6A}" dt="2025-12-31T21:26:38.187" v="947" actId="1035"/>
          <ac:spMkLst>
            <pc:docMk/>
            <pc:sldMk cId="320037879" sldId="264"/>
            <ac:spMk id="1038" creationId="{BDE95208-F9F6-FB11-9B34-E6502C7CD5F0}"/>
          </ac:spMkLst>
        </pc:spChg>
        <pc:spChg chg="mod topLvl">
          <ac:chgData name="Johnson, Randall" userId="ca2a9510-4177-4989-a82b-83511f3dbcf6" providerId="ADAL" clId="{9E56FBCC-9D2B-4AC3-B084-603993C68A6A}" dt="2025-12-31T21:26:38.187" v="947" actId="1035"/>
          <ac:spMkLst>
            <pc:docMk/>
            <pc:sldMk cId="320037879" sldId="264"/>
            <ac:spMk id="1041" creationId="{BF38FB8A-F612-33E4-4D52-74E46757BA52}"/>
          </ac:spMkLst>
        </pc:spChg>
        <pc:spChg chg="mod topLvl">
          <ac:chgData name="Johnson, Randall" userId="ca2a9510-4177-4989-a82b-83511f3dbcf6" providerId="ADAL" clId="{9E56FBCC-9D2B-4AC3-B084-603993C68A6A}" dt="2025-12-31T21:26:38.187" v="947" actId="1035"/>
          <ac:spMkLst>
            <pc:docMk/>
            <pc:sldMk cId="320037879" sldId="264"/>
            <ac:spMk id="1047" creationId="{BD826A4B-05AF-E3C2-82FA-071854C31150}"/>
          </ac:spMkLst>
        </pc:spChg>
        <pc:grpChg chg="add mod">
          <ac:chgData name="Johnson, Randall" userId="ca2a9510-4177-4989-a82b-83511f3dbcf6" providerId="ADAL" clId="{9E56FBCC-9D2B-4AC3-B084-603993C68A6A}" dt="2025-12-31T21:13:08.030" v="594" actId="164"/>
          <ac:grpSpMkLst>
            <pc:docMk/>
            <pc:sldMk cId="320037879" sldId="264"/>
            <ac:grpSpMk id="56" creationId="{ADE4CCF8-2ADD-3A92-8A85-120FD95F9208}"/>
          </ac:grpSpMkLst>
        </pc:grpChg>
        <pc:grpChg chg="add mod">
          <ac:chgData name="Johnson, Randall" userId="ca2a9510-4177-4989-a82b-83511f3dbcf6" providerId="ADAL" clId="{9E56FBCC-9D2B-4AC3-B084-603993C68A6A}" dt="2025-12-31T21:13:25.291" v="598" actId="1076"/>
          <ac:grpSpMkLst>
            <pc:docMk/>
            <pc:sldMk cId="320037879" sldId="264"/>
            <ac:grpSpMk id="57" creationId="{EE3B1947-AF2C-A69E-1F1F-D6EC0A1FCFC9}"/>
          </ac:grpSpMkLst>
        </pc:grpChg>
        <pc:grpChg chg="add mod">
          <ac:chgData name="Johnson, Randall" userId="ca2a9510-4177-4989-a82b-83511f3dbcf6" providerId="ADAL" clId="{9E56FBCC-9D2B-4AC3-B084-603993C68A6A}" dt="2025-12-31T21:26:38.187" v="947" actId="1035"/>
          <ac:grpSpMkLst>
            <pc:docMk/>
            <pc:sldMk cId="320037879" sldId="264"/>
            <ac:grpSpMk id="1054" creationId="{7B570923-8CF8-6DC4-713D-53ED1BF4378C}"/>
          </ac:grpSpMkLst>
        </pc:grpChg>
        <pc:picChg chg="add mod">
          <ac:chgData name="Johnson, Randall" userId="ca2a9510-4177-4989-a82b-83511f3dbcf6" providerId="ADAL" clId="{9E56FBCC-9D2B-4AC3-B084-603993C68A6A}" dt="2025-12-31T20:41:25.160" v="32" actId="1076"/>
          <ac:picMkLst>
            <pc:docMk/>
            <pc:sldMk cId="320037879" sldId="264"/>
            <ac:picMk id="1026" creationId="{2B337F8C-4A92-5BA9-2A41-9C849B7071B1}"/>
          </ac:picMkLst>
        </pc:picChg>
        <pc:picChg chg="add mod">
          <ac:chgData name="Johnson, Randall" userId="ca2a9510-4177-4989-a82b-83511f3dbcf6" providerId="ADAL" clId="{9E56FBCC-9D2B-4AC3-B084-603993C68A6A}" dt="2025-12-31T20:45:50.317" v="74" actId="1037"/>
          <ac:picMkLst>
            <pc:docMk/>
            <pc:sldMk cId="320037879" sldId="264"/>
            <ac:picMk id="1034" creationId="{09150445-3CC9-2655-3033-490C30AF9897}"/>
          </ac:picMkLst>
        </pc:picChg>
        <pc:picChg chg="add mod">
          <ac:chgData name="Johnson, Randall" userId="ca2a9510-4177-4989-a82b-83511f3dbcf6" providerId="ADAL" clId="{9E56FBCC-9D2B-4AC3-B084-603993C68A6A}" dt="2025-12-31T21:26:38.187" v="947" actId="1035"/>
          <ac:picMkLst>
            <pc:docMk/>
            <pc:sldMk cId="320037879" sldId="264"/>
            <ac:picMk id="1036" creationId="{6A28072C-A0D0-1D1F-AACB-1AF69E67E2B9}"/>
          </ac:picMkLst>
        </pc:picChg>
        <pc:cxnChg chg="mod topLvl">
          <ac:chgData name="Johnson, Randall" userId="ca2a9510-4177-4989-a82b-83511f3dbcf6" providerId="ADAL" clId="{9E56FBCC-9D2B-4AC3-B084-603993C68A6A}" dt="2025-12-31T21:13:08.030" v="594" actId="164"/>
          <ac:cxnSpMkLst>
            <pc:docMk/>
            <pc:sldMk cId="320037879" sldId="264"/>
            <ac:cxnSpMk id="12" creationId="{045066B4-0ABB-AB30-BC90-820FDA2C58D9}"/>
          </ac:cxnSpMkLst>
        </pc:cxnChg>
        <pc:cxnChg chg="mod topLvl">
          <ac:chgData name="Johnson, Randall" userId="ca2a9510-4177-4989-a82b-83511f3dbcf6" providerId="ADAL" clId="{9E56FBCC-9D2B-4AC3-B084-603993C68A6A}" dt="2025-12-31T21:13:08.030" v="594" actId="164"/>
          <ac:cxnSpMkLst>
            <pc:docMk/>
            <pc:sldMk cId="320037879" sldId="264"/>
            <ac:cxnSpMk id="15" creationId="{1288F573-1B00-C897-812B-0A589840F40C}"/>
          </ac:cxnSpMkLst>
        </pc:cxnChg>
        <pc:cxnChg chg="mod">
          <ac:chgData name="Johnson, Randall" userId="ca2a9510-4177-4989-a82b-83511f3dbcf6" providerId="ADAL" clId="{9E56FBCC-9D2B-4AC3-B084-603993C68A6A}" dt="2025-12-31T21:12:30.429" v="590" actId="14100"/>
          <ac:cxnSpMkLst>
            <pc:docMk/>
            <pc:sldMk cId="320037879" sldId="264"/>
            <ac:cxnSpMk id="18" creationId="{DE3735DB-705C-82C1-2A2A-A819DEFD6C15}"/>
          </ac:cxnSpMkLst>
        </pc:cxnChg>
        <pc:cxnChg chg="mod">
          <ac:chgData name="Johnson, Randall" userId="ca2a9510-4177-4989-a82b-83511f3dbcf6" providerId="ADAL" clId="{9E56FBCC-9D2B-4AC3-B084-603993C68A6A}" dt="2025-12-31T21:12:49.606" v="593" actId="14100"/>
          <ac:cxnSpMkLst>
            <pc:docMk/>
            <pc:sldMk cId="320037879" sldId="264"/>
            <ac:cxnSpMk id="21" creationId="{085CAD66-4B9B-9CE6-A522-11B5C352ECB1}"/>
          </ac:cxnSpMkLst>
        </pc:cxnChg>
        <pc:cxnChg chg="add">
          <ac:chgData name="Johnson, Randall" userId="ca2a9510-4177-4989-a82b-83511f3dbcf6" providerId="ADAL" clId="{9E56FBCC-9D2B-4AC3-B084-603993C68A6A}" dt="2025-12-31T21:12:38.946" v="591" actId="11529"/>
          <ac:cxnSpMkLst>
            <pc:docMk/>
            <pc:sldMk cId="320037879" sldId="264"/>
            <ac:cxnSpMk id="54" creationId="{AC0AA5C4-5CD4-FF01-5CF4-20D26E26CD0E}"/>
          </ac:cxnSpMkLst>
        </pc:cxnChg>
        <pc:cxnChg chg="mod">
          <ac:chgData name="Johnson, Randall" userId="ca2a9510-4177-4989-a82b-83511f3dbcf6" providerId="ADAL" clId="{9E56FBCC-9D2B-4AC3-B084-603993C68A6A}" dt="2025-12-31T21:13:19.582" v="597"/>
          <ac:cxnSpMkLst>
            <pc:docMk/>
            <pc:sldMk cId="320037879" sldId="264"/>
            <ac:cxnSpMk id="1027" creationId="{10C06DCD-0674-A951-E260-83A72D9D44EC}"/>
          </ac:cxnSpMkLst>
        </pc:cxnChg>
        <pc:cxnChg chg="mod">
          <ac:chgData name="Johnson, Randall" userId="ca2a9510-4177-4989-a82b-83511f3dbcf6" providerId="ADAL" clId="{9E56FBCC-9D2B-4AC3-B084-603993C68A6A}" dt="2025-12-31T21:13:19.582" v="597"/>
          <ac:cxnSpMkLst>
            <pc:docMk/>
            <pc:sldMk cId="320037879" sldId="264"/>
            <ac:cxnSpMk id="1031" creationId="{D8FE3006-BBEA-586F-6667-E691507A2F60}"/>
          </ac:cxnSpMkLst>
        </pc:cxnChg>
        <pc:cxnChg chg="mod">
          <ac:chgData name="Johnson, Randall" userId="ca2a9510-4177-4989-a82b-83511f3dbcf6" providerId="ADAL" clId="{9E56FBCC-9D2B-4AC3-B084-603993C68A6A}" dt="2025-12-31T21:26:38.187" v="947" actId="1035"/>
          <ac:cxnSpMkLst>
            <pc:docMk/>
            <pc:sldMk cId="320037879" sldId="264"/>
            <ac:cxnSpMk id="1042" creationId="{6224BB77-32DD-D17B-FBC7-EE50CBED518E}"/>
          </ac:cxnSpMkLst>
        </pc:cxnChg>
        <pc:cxnChg chg="mod topLvl">
          <ac:chgData name="Johnson, Randall" userId="ca2a9510-4177-4989-a82b-83511f3dbcf6" providerId="ADAL" clId="{9E56FBCC-9D2B-4AC3-B084-603993C68A6A}" dt="2025-12-31T21:26:38.187" v="947" actId="1035"/>
          <ac:cxnSpMkLst>
            <pc:docMk/>
            <pc:sldMk cId="320037879" sldId="264"/>
            <ac:cxnSpMk id="1049" creationId="{463E0869-E2C2-6CF6-E7EE-C518872414D8}"/>
          </ac:cxnSpMkLst>
        </pc:cxnChg>
        <pc:cxnChg chg="add mod">
          <ac:chgData name="Johnson, Randall" userId="ca2a9510-4177-4989-a82b-83511f3dbcf6" providerId="ADAL" clId="{9E56FBCC-9D2B-4AC3-B084-603993C68A6A}" dt="2025-12-31T21:26:38.187" v="947" actId="1035"/>
          <ac:cxnSpMkLst>
            <pc:docMk/>
            <pc:sldMk cId="320037879" sldId="264"/>
            <ac:cxnSpMk id="1052" creationId="{77EFD57A-E57A-F881-A70E-8C9F053F9192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5-12-31T21:30:47.977" v="999" actId="1076"/>
        <pc:sldMkLst>
          <pc:docMk/>
          <pc:sldMk cId="1897913607" sldId="266"/>
        </pc:sldMkLst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4" creationId="{E95C7732-402B-4B40-865C-311732214A7E}"/>
          </ac:spMkLst>
        </pc:spChg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5" creationId="{57495BDE-692D-70DC-84B0-B68CBAB5C5B9}"/>
          </ac:spMkLst>
        </pc:spChg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6" creationId="{506E7440-5FFC-F2C8-ADD8-41E1D1AEE222}"/>
          </ac:spMkLst>
        </pc:spChg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7" creationId="{72B1F9E5-5163-118C-2B2A-F4007C9F4309}"/>
          </ac:spMkLst>
        </pc:spChg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8" creationId="{B8360A6B-9CFD-3F5E-8C55-EC1CC843E827}"/>
          </ac:spMkLst>
        </pc:spChg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11" creationId="{D9E0DDA7-040C-F1A7-3A26-7E2F139D3718}"/>
          </ac:spMkLst>
        </pc:spChg>
        <pc:spChg chg="add del 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13" creationId="{3B52B9B6-F933-6708-AF19-2F46789839EC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35" creationId="{3953693E-DAEB-F71E-6431-E8C0D737CD33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50" creationId="{FF1D0C86-F85C-9060-FECC-4A1F32C8F6D5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51" creationId="{2434C970-F3A2-68B0-2B0F-99BCB4B2ADB0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52" creationId="{02C8684F-2482-FFF7-3F52-A5FE804097BE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53" creationId="{DFD66DF2-377A-22F8-BCF9-4116CBC33249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59" creationId="{0E36C548-7703-A8B7-465C-A58D93E2113C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60" creationId="{10A7875C-1FC6-F732-C9B9-72F8F1F2475D}"/>
          </ac:spMkLst>
        </pc:spChg>
        <pc:spChg chg="mod topLvl">
          <ac:chgData name="Johnson, Randall" userId="ca2a9510-4177-4989-a82b-83511f3dbcf6" providerId="ADAL" clId="{9E56FBCC-9D2B-4AC3-B084-603993C68A6A}" dt="2025-12-31T21:07:11.731" v="478" actId="165"/>
          <ac:spMkLst>
            <pc:docMk/>
            <pc:sldMk cId="1897913607" sldId="266"/>
            <ac:spMk id="63" creationId="{EB519DFC-7B8B-2532-6D15-C1E6641C942D}"/>
          </ac:spMkLst>
        </pc:spChg>
        <pc:spChg chg="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1029" creationId="{6839B840-58DE-1F42-7D76-325AF3DF8C15}"/>
          </ac:spMkLst>
        </pc:spChg>
        <pc:spChg chg="add 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1032" creationId="{19400D35-672F-BF00-80FF-4F3F18CA8D9A}"/>
          </ac:spMkLst>
        </pc:spChg>
        <pc:spChg chg="add mod">
          <ac:chgData name="Johnson, Randall" userId="ca2a9510-4177-4989-a82b-83511f3dbcf6" providerId="ADAL" clId="{9E56FBCC-9D2B-4AC3-B084-603993C68A6A}" dt="2025-12-31T21:15:01.236" v="606" actId="164"/>
          <ac:spMkLst>
            <pc:docMk/>
            <pc:sldMk cId="1897913607" sldId="266"/>
            <ac:spMk id="1038" creationId="{E5FF635F-C7C3-8F28-48FB-6035C4B13234}"/>
          </ac:spMkLst>
        </pc:spChg>
        <pc:spChg chg="add mod">
          <ac:chgData name="Johnson, Randall" userId="ca2a9510-4177-4989-a82b-83511f3dbcf6" providerId="ADAL" clId="{9E56FBCC-9D2B-4AC3-B084-603993C68A6A}" dt="2025-12-31T21:30:47.977" v="999" actId="1076"/>
          <ac:spMkLst>
            <pc:docMk/>
            <pc:sldMk cId="1897913607" sldId="266"/>
            <ac:spMk id="1055" creationId="{45B033F1-6FE7-901A-4E34-EA87F5A95747}"/>
          </ac:spMkLst>
        </pc:spChg>
        <pc:spChg chg="add mod">
          <ac:chgData name="Johnson, Randall" userId="ca2a9510-4177-4989-a82b-83511f3dbcf6" providerId="ADAL" clId="{9E56FBCC-9D2B-4AC3-B084-603993C68A6A}" dt="2025-12-31T21:18:05.340" v="683" actId="1076"/>
          <ac:spMkLst>
            <pc:docMk/>
            <pc:sldMk cId="1897913607" sldId="266"/>
            <ac:spMk id="1056" creationId="{52EE19C9-2AA6-F0CD-F3A2-578AF35F2582}"/>
          </ac:spMkLst>
        </pc:spChg>
        <pc:spChg chg="mod">
          <ac:chgData name="Johnson, Randall" userId="ca2a9510-4177-4989-a82b-83511f3dbcf6" providerId="ADAL" clId="{9E56FBCC-9D2B-4AC3-B084-603993C68A6A}" dt="2025-12-31T21:30:11.551" v="993"/>
          <ac:spMkLst>
            <pc:docMk/>
            <pc:sldMk cId="1897913607" sldId="266"/>
            <ac:spMk id="1059" creationId="{F7B86761-BC43-4449-020E-AC911784D0FA}"/>
          </ac:spMkLst>
        </pc:spChg>
        <pc:spChg chg="mod">
          <ac:chgData name="Johnson, Randall" userId="ca2a9510-4177-4989-a82b-83511f3dbcf6" providerId="ADAL" clId="{9E56FBCC-9D2B-4AC3-B084-603993C68A6A}" dt="2025-12-31T21:30:11.551" v="993"/>
          <ac:spMkLst>
            <pc:docMk/>
            <pc:sldMk cId="1897913607" sldId="266"/>
            <ac:spMk id="1060" creationId="{8B3B7DBD-442B-0361-AF8D-C3E13BC8ADB2}"/>
          </ac:spMkLst>
        </pc:spChg>
        <pc:spChg chg="mod">
          <ac:chgData name="Johnson, Randall" userId="ca2a9510-4177-4989-a82b-83511f3dbcf6" providerId="ADAL" clId="{9E56FBCC-9D2B-4AC3-B084-603993C68A6A}" dt="2025-12-31T21:30:11.551" v="993"/>
          <ac:spMkLst>
            <pc:docMk/>
            <pc:sldMk cId="1897913607" sldId="266"/>
            <ac:spMk id="1061" creationId="{417146A6-F968-ABF4-E6BE-F84B41CEF9B6}"/>
          </ac:spMkLst>
        </pc:spChg>
        <pc:spChg chg="mod">
          <ac:chgData name="Johnson, Randall" userId="ca2a9510-4177-4989-a82b-83511f3dbcf6" providerId="ADAL" clId="{9E56FBCC-9D2B-4AC3-B084-603993C68A6A}" dt="2025-12-31T21:30:11.551" v="993"/>
          <ac:spMkLst>
            <pc:docMk/>
            <pc:sldMk cId="1897913607" sldId="266"/>
            <ac:spMk id="1063" creationId="{08E0EBFA-C1EF-A445-D2A5-E62F63961897}"/>
          </ac:spMkLst>
        </pc:spChg>
        <pc:spChg chg="mod">
          <ac:chgData name="Johnson, Randall" userId="ca2a9510-4177-4989-a82b-83511f3dbcf6" providerId="ADAL" clId="{9E56FBCC-9D2B-4AC3-B084-603993C68A6A}" dt="2025-12-31T21:30:11.551" v="993"/>
          <ac:spMkLst>
            <pc:docMk/>
            <pc:sldMk cId="1897913607" sldId="266"/>
            <ac:spMk id="1066" creationId="{17B234B1-920A-F48D-77C2-64166EFDB2BE}"/>
          </ac:spMkLst>
        </pc:spChg>
        <pc:grpChg chg="add mod">
          <ac:chgData name="Johnson, Randall" userId="ca2a9510-4177-4989-a82b-83511f3dbcf6" providerId="ADAL" clId="{9E56FBCC-9D2B-4AC3-B084-603993C68A6A}" dt="2025-12-31T21:30:11.551" v="993"/>
          <ac:grpSpMkLst>
            <pc:docMk/>
            <pc:sldMk cId="1897913607" sldId="266"/>
            <ac:grpSpMk id="1058" creationId="{069D5351-7A71-6002-24BC-566165DEAC7F}"/>
          </ac:grpSpMkLst>
        </pc:grpChg>
        <pc:picChg chg="add mod">
          <ac:chgData name="Johnson, Randall" userId="ca2a9510-4177-4989-a82b-83511f3dbcf6" providerId="ADAL" clId="{9E56FBCC-9D2B-4AC3-B084-603993C68A6A}" dt="2025-12-31T21:30:11.551" v="993"/>
          <ac:picMkLst>
            <pc:docMk/>
            <pc:sldMk cId="1897913607" sldId="266"/>
            <ac:picMk id="1057" creationId="{F502F6AD-59E7-4BAA-61CE-709A38992E69}"/>
          </ac:picMkLst>
        </pc:picChg>
        <pc:cxnChg chg="mod">
          <ac:chgData name="Johnson, Randall" userId="ca2a9510-4177-4989-a82b-83511f3dbcf6" providerId="ADAL" clId="{9E56FBCC-9D2B-4AC3-B084-603993C68A6A}" dt="2025-12-31T21:08:35.841" v="531" actId="1036"/>
          <ac:cxnSpMkLst>
            <pc:docMk/>
            <pc:sldMk cId="1897913607" sldId="266"/>
            <ac:cxnSpMk id="15" creationId="{779D2E9D-D744-C479-5A3F-A9F2FE69E68F}"/>
          </ac:cxnSpMkLst>
        </pc:cxnChg>
        <pc:cxnChg chg="mod">
          <ac:chgData name="Johnson, Randall" userId="ca2a9510-4177-4989-a82b-83511f3dbcf6" providerId="ADAL" clId="{9E56FBCC-9D2B-4AC3-B084-603993C68A6A}" dt="2025-12-31T21:10:10.993" v="573" actId="14100"/>
          <ac:cxnSpMkLst>
            <pc:docMk/>
            <pc:sldMk cId="1897913607" sldId="266"/>
            <ac:cxnSpMk id="18" creationId="{9C766AE6-F4BE-129F-0D19-EDE6E3B27F88}"/>
          </ac:cxnSpMkLst>
        </pc:cxnChg>
        <pc:cxnChg chg="add del mod">
          <ac:chgData name="Johnson, Randall" userId="ca2a9510-4177-4989-a82b-83511f3dbcf6" providerId="ADAL" clId="{9E56FBCC-9D2B-4AC3-B084-603993C68A6A}" dt="2025-12-31T21:08:53.530" v="569" actId="1035"/>
          <ac:cxnSpMkLst>
            <pc:docMk/>
            <pc:sldMk cId="1897913607" sldId="266"/>
            <ac:cxnSpMk id="21" creationId="{D7A4671D-0267-8DEF-234F-FE42ED6816AB}"/>
          </ac:cxnSpMkLst>
        </pc:cxnChg>
        <pc:cxnChg chg="mod">
          <ac:chgData name="Johnson, Randall" userId="ca2a9510-4177-4989-a82b-83511f3dbcf6" providerId="ADAL" clId="{9E56FBCC-9D2B-4AC3-B084-603993C68A6A}" dt="2025-12-31T21:10:49.767" v="580" actId="14100"/>
          <ac:cxnSpMkLst>
            <pc:docMk/>
            <pc:sldMk cId="1897913607" sldId="266"/>
            <ac:cxnSpMk id="58" creationId="{66578E45-8B0A-254C-334C-0E07A04C77B5}"/>
          </ac:cxnSpMkLst>
        </pc:cxnChg>
        <pc:cxnChg chg="mod topLvl">
          <ac:chgData name="Johnson, Randall" userId="ca2a9510-4177-4989-a82b-83511f3dbcf6" providerId="ADAL" clId="{9E56FBCC-9D2B-4AC3-B084-603993C68A6A}" dt="2025-12-31T21:07:11.731" v="478" actId="165"/>
          <ac:cxnSpMkLst>
            <pc:docMk/>
            <pc:sldMk cId="1897913607" sldId="266"/>
            <ac:cxnSpMk id="61" creationId="{0046BCDB-2D2D-5376-0ED6-F9CB235AE0FC}"/>
          </ac:cxnSpMkLst>
        </pc:cxnChg>
        <pc:cxnChg chg="add">
          <ac:chgData name="Johnson, Randall" userId="ca2a9510-4177-4989-a82b-83511f3dbcf6" providerId="ADAL" clId="{9E56FBCC-9D2B-4AC3-B084-603993C68A6A}" dt="2025-12-31T21:08:07.305" v="489" actId="11529"/>
          <ac:cxnSpMkLst>
            <pc:docMk/>
            <pc:sldMk cId="1897913607" sldId="266"/>
            <ac:cxnSpMk id="1037" creationId="{F1127028-1F9A-3252-B15F-4B3249EAA066}"/>
          </ac:cxnSpMkLst>
        </pc:cxnChg>
        <pc:cxnChg chg="add">
          <ac:chgData name="Johnson, Randall" userId="ca2a9510-4177-4989-a82b-83511f3dbcf6" providerId="ADAL" clId="{9E56FBCC-9D2B-4AC3-B084-603993C68A6A}" dt="2025-12-31T21:09:02.861" v="570" actId="11529"/>
          <ac:cxnSpMkLst>
            <pc:docMk/>
            <pc:sldMk cId="1897913607" sldId="266"/>
            <ac:cxnSpMk id="1040" creationId="{F8E57647-356C-44B5-9DC1-6DC8BC54F50B}"/>
          </ac:cxnSpMkLst>
        </pc:cxnChg>
        <pc:cxnChg chg="add">
          <ac:chgData name="Johnson, Randall" userId="ca2a9510-4177-4989-a82b-83511f3dbcf6" providerId="ADAL" clId="{9E56FBCC-9D2B-4AC3-B084-603993C68A6A}" dt="2025-12-31T21:09:42.314" v="571" actId="11529"/>
          <ac:cxnSpMkLst>
            <pc:docMk/>
            <pc:sldMk cId="1897913607" sldId="266"/>
            <ac:cxnSpMk id="1042" creationId="{16A12448-BA88-2C1B-5BA8-C17BFA93E549}"/>
          </ac:cxnSpMkLst>
        </pc:cxnChg>
        <pc:cxnChg chg="add">
          <ac:chgData name="Johnson, Randall" userId="ca2a9510-4177-4989-a82b-83511f3dbcf6" providerId="ADAL" clId="{9E56FBCC-9D2B-4AC3-B084-603993C68A6A}" dt="2025-12-31T21:10:26.349" v="575" actId="11529"/>
          <ac:cxnSpMkLst>
            <pc:docMk/>
            <pc:sldMk cId="1897913607" sldId="266"/>
            <ac:cxnSpMk id="1046" creationId="{69F550FD-15E9-EB7B-4C7E-6D073D6AB7F6}"/>
          </ac:cxnSpMkLst>
        </pc:cxnChg>
        <pc:cxnChg chg="add">
          <ac:chgData name="Johnson, Randall" userId="ca2a9510-4177-4989-a82b-83511f3dbcf6" providerId="ADAL" clId="{9E56FBCC-9D2B-4AC3-B084-603993C68A6A}" dt="2025-12-31T21:10:57.533" v="581" actId="11529"/>
          <ac:cxnSpMkLst>
            <pc:docMk/>
            <pc:sldMk cId="1897913607" sldId="266"/>
            <ac:cxnSpMk id="1050" creationId="{BF65A11A-B958-F2F4-A990-4A645E040E0F}"/>
          </ac:cxnSpMkLst>
        </pc:cxnChg>
        <pc:cxnChg chg="mod">
          <ac:chgData name="Johnson, Randall" userId="ca2a9510-4177-4989-a82b-83511f3dbcf6" providerId="ADAL" clId="{9E56FBCC-9D2B-4AC3-B084-603993C68A6A}" dt="2025-12-31T21:30:11.551" v="993"/>
          <ac:cxnSpMkLst>
            <pc:docMk/>
            <pc:sldMk cId="1897913607" sldId="266"/>
            <ac:cxnSpMk id="1062" creationId="{C5652BFA-5BCE-0E46-6FD9-C5A9D1AD60CA}"/>
          </ac:cxnSpMkLst>
        </pc:cxnChg>
        <pc:cxnChg chg="mod">
          <ac:chgData name="Johnson, Randall" userId="ca2a9510-4177-4989-a82b-83511f3dbcf6" providerId="ADAL" clId="{9E56FBCC-9D2B-4AC3-B084-603993C68A6A}" dt="2025-12-31T21:30:11.551" v="993"/>
          <ac:cxnSpMkLst>
            <pc:docMk/>
            <pc:sldMk cId="1897913607" sldId="266"/>
            <ac:cxnSpMk id="1065" creationId="{F2EC3231-78E9-38C0-F8E1-D887FD460111}"/>
          </ac:cxnSpMkLst>
        </pc:cxnChg>
        <pc:cxnChg chg="mod">
          <ac:chgData name="Johnson, Randall" userId="ca2a9510-4177-4989-a82b-83511f3dbcf6" providerId="ADAL" clId="{9E56FBCC-9D2B-4AC3-B084-603993C68A6A}" dt="2025-12-31T21:30:11.551" v="993"/>
          <ac:cxnSpMkLst>
            <pc:docMk/>
            <pc:sldMk cId="1897913607" sldId="266"/>
            <ac:cxnSpMk id="1067" creationId="{63E84E7A-713E-1094-1C2C-54FF486090CA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5-12-31T21:29:44.198" v="988" actId="164"/>
        <pc:sldMkLst>
          <pc:docMk/>
          <pc:sldMk cId="2095953406" sldId="267"/>
        </pc:sldMkLst>
        <pc:spChg chg="mod topLvl">
          <ac:chgData name="Johnson, Randall" userId="ca2a9510-4177-4989-a82b-83511f3dbcf6" providerId="ADAL" clId="{9E56FBCC-9D2B-4AC3-B084-603993C68A6A}" dt="2025-12-31T21:15:21.287" v="609" actId="165"/>
          <ac:spMkLst>
            <pc:docMk/>
            <pc:sldMk cId="2095953406" sldId="267"/>
            <ac:spMk id="3" creationId="{B60FC657-D6A5-C1F9-6A57-AAA2F83F3610}"/>
          </ac:spMkLst>
        </pc:spChg>
        <pc:spChg chg="mod topLvl">
          <ac:chgData name="Johnson, Randall" userId="ca2a9510-4177-4989-a82b-83511f3dbcf6" providerId="ADAL" clId="{9E56FBCC-9D2B-4AC3-B084-603993C68A6A}" dt="2025-12-31T21:15:21.287" v="609" actId="165"/>
          <ac:spMkLst>
            <pc:docMk/>
            <pc:sldMk cId="2095953406" sldId="267"/>
            <ac:spMk id="9" creationId="{721F7270-2C57-84A4-D667-B095D1884225}"/>
          </ac:spMkLst>
        </pc:spChg>
        <pc:spChg chg="mod topLvl">
          <ac:chgData name="Johnson, Randall" userId="ca2a9510-4177-4989-a82b-83511f3dbcf6" providerId="ADAL" clId="{9E56FBCC-9D2B-4AC3-B084-603993C68A6A}" dt="2025-12-31T21:15:21.287" v="609" actId="165"/>
          <ac:spMkLst>
            <pc:docMk/>
            <pc:sldMk cId="2095953406" sldId="267"/>
            <ac:spMk id="16" creationId="{03C88AF1-749B-D7AF-1411-E3C5D7D2A110}"/>
          </ac:spMkLst>
        </pc:spChg>
        <pc:spChg chg="mod topLvl">
          <ac:chgData name="Johnson, Randall" userId="ca2a9510-4177-4989-a82b-83511f3dbcf6" providerId="ADAL" clId="{9E56FBCC-9D2B-4AC3-B084-603993C68A6A}" dt="2025-12-31T21:15:21.287" v="609" actId="165"/>
          <ac:spMkLst>
            <pc:docMk/>
            <pc:sldMk cId="2095953406" sldId="267"/>
            <ac:spMk id="17" creationId="{D5D0AB6D-400E-89C1-1BE4-FECACC7F03AB}"/>
          </ac:spMkLst>
        </pc:spChg>
        <pc:spChg chg="mod topLvl">
          <ac:chgData name="Johnson, Randall" userId="ca2a9510-4177-4989-a82b-83511f3dbcf6" providerId="ADAL" clId="{9E56FBCC-9D2B-4AC3-B084-603993C68A6A}" dt="2025-12-31T21:15:21.287" v="609" actId="165"/>
          <ac:spMkLst>
            <pc:docMk/>
            <pc:sldMk cId="2095953406" sldId="267"/>
            <ac:spMk id="19" creationId="{86D889B1-EC46-E038-C510-6D812C25D728}"/>
          </ac:spMkLst>
        </pc:spChg>
        <pc:spChg chg="mod topLvl">
          <ac:chgData name="Johnson, Randall" userId="ca2a9510-4177-4989-a82b-83511f3dbcf6" providerId="ADAL" clId="{9E56FBCC-9D2B-4AC3-B084-603993C68A6A}" dt="2025-12-31T21:15:37.610" v="638" actId="1036"/>
          <ac:spMkLst>
            <pc:docMk/>
            <pc:sldMk cId="2095953406" sldId="267"/>
            <ac:spMk id="25" creationId="{767DA59F-18B0-E12B-1EC6-BB6452C15227}"/>
          </ac:spMkLst>
        </pc:spChg>
        <pc:spChg chg="mod topLvl">
          <ac:chgData name="Johnson, Randall" userId="ca2a9510-4177-4989-a82b-83511f3dbcf6" providerId="ADAL" clId="{9E56FBCC-9D2B-4AC3-B084-603993C68A6A}" dt="2025-12-31T21:15:46.941" v="668" actId="1036"/>
          <ac:spMkLst>
            <pc:docMk/>
            <pc:sldMk cId="2095953406" sldId="267"/>
            <ac:spMk id="26" creationId="{1C9B6129-87CF-2BD6-5F0D-AD8C2F87A50A}"/>
          </ac:spMkLst>
        </pc:spChg>
        <pc:spChg chg="mod topLvl">
          <ac:chgData name="Johnson, Randall" userId="ca2a9510-4177-4989-a82b-83511f3dbcf6" providerId="ADAL" clId="{9E56FBCC-9D2B-4AC3-B084-603993C68A6A}" dt="2025-12-31T21:15:21.287" v="609" actId="165"/>
          <ac:spMkLst>
            <pc:docMk/>
            <pc:sldMk cId="2095953406" sldId="267"/>
            <ac:spMk id="29" creationId="{639FE976-4A47-CB6F-BB7D-00FFEF325BC4}"/>
          </ac:spMkLst>
        </pc:spChg>
        <pc:spChg chg="mod topLvl">
          <ac:chgData name="Johnson, Randall" userId="ca2a9510-4177-4989-a82b-83511f3dbcf6" providerId="ADAL" clId="{9E56FBCC-9D2B-4AC3-B084-603993C68A6A}" dt="2025-12-31T21:29:44.198" v="988" actId="164"/>
          <ac:spMkLst>
            <pc:docMk/>
            <pc:sldMk cId="2095953406" sldId="267"/>
            <ac:spMk id="1054" creationId="{A58C074A-DEA9-3BF9-189C-E9B277CBB756}"/>
          </ac:spMkLst>
        </pc:spChg>
        <pc:spChg chg="mod topLvl">
          <ac:chgData name="Johnson, Randall" userId="ca2a9510-4177-4989-a82b-83511f3dbcf6" providerId="ADAL" clId="{9E56FBCC-9D2B-4AC3-B084-603993C68A6A}" dt="2025-12-31T21:29:44.198" v="988" actId="164"/>
          <ac:spMkLst>
            <pc:docMk/>
            <pc:sldMk cId="2095953406" sldId="267"/>
            <ac:spMk id="1055" creationId="{6B954B31-3DA8-3ECD-229F-64F748498D0C}"/>
          </ac:spMkLst>
        </pc:spChg>
        <pc:spChg chg="mod topLvl">
          <ac:chgData name="Johnson, Randall" userId="ca2a9510-4177-4989-a82b-83511f3dbcf6" providerId="ADAL" clId="{9E56FBCC-9D2B-4AC3-B084-603993C68A6A}" dt="2025-12-31T21:29:44.198" v="988" actId="164"/>
          <ac:spMkLst>
            <pc:docMk/>
            <pc:sldMk cId="2095953406" sldId="267"/>
            <ac:spMk id="1056" creationId="{D1B9A80B-C673-AF19-45D7-C2D5E482B4C6}"/>
          </ac:spMkLst>
        </pc:spChg>
        <pc:spChg chg="mod topLvl">
          <ac:chgData name="Johnson, Randall" userId="ca2a9510-4177-4989-a82b-83511f3dbcf6" providerId="ADAL" clId="{9E56FBCC-9D2B-4AC3-B084-603993C68A6A}" dt="2025-12-31T21:29:44.198" v="988" actId="164"/>
          <ac:spMkLst>
            <pc:docMk/>
            <pc:sldMk cId="2095953406" sldId="267"/>
            <ac:spMk id="1058" creationId="{24586C77-CFF2-256C-0374-0CEEAB0AA41A}"/>
          </ac:spMkLst>
        </pc:spChg>
        <pc:spChg chg="add mod">
          <ac:chgData name="Johnson, Randall" userId="ca2a9510-4177-4989-a82b-83511f3dbcf6" providerId="ADAL" clId="{9E56FBCC-9D2B-4AC3-B084-603993C68A6A}" dt="2025-12-31T21:29:44.198" v="988" actId="164"/>
          <ac:spMkLst>
            <pc:docMk/>
            <pc:sldMk cId="2095953406" sldId="267"/>
            <ac:spMk id="1061" creationId="{9EF493A4-A0BF-E5F0-99AF-FAA0DC7DBB01}"/>
          </ac:spMkLst>
        </pc:spChg>
        <pc:grpChg chg="add mod">
          <ac:chgData name="Johnson, Randall" userId="ca2a9510-4177-4989-a82b-83511f3dbcf6" providerId="ADAL" clId="{9E56FBCC-9D2B-4AC3-B084-603993C68A6A}" dt="2025-12-31T21:29:44.198" v="988" actId="164"/>
          <ac:grpSpMkLst>
            <pc:docMk/>
            <pc:sldMk cId="2095953406" sldId="267"/>
            <ac:grpSpMk id="1064" creationId="{431D9E66-61E0-3EB6-0A20-5E38CAA74274}"/>
          </ac:grpSpMkLst>
        </pc:grpChg>
        <pc:picChg chg="add mod">
          <ac:chgData name="Johnson, Randall" userId="ca2a9510-4177-4989-a82b-83511f3dbcf6" providerId="ADAL" clId="{9E56FBCC-9D2B-4AC3-B084-603993C68A6A}" dt="2025-12-31T21:27:26.762" v="952"/>
          <ac:picMkLst>
            <pc:docMk/>
            <pc:sldMk cId="2095953406" sldId="267"/>
            <ac:picMk id="1052" creationId="{CD3033A0-728B-2FF9-472C-6E2594C28D92}"/>
          </ac:picMkLst>
        </pc:picChg>
        <pc:cxnChg chg="mod">
          <ac:chgData name="Johnson, Randall" userId="ca2a9510-4177-4989-a82b-83511f3dbcf6" providerId="ADAL" clId="{9E56FBCC-9D2B-4AC3-B084-603993C68A6A}" dt="2025-12-31T21:15:37.610" v="638" actId="1036"/>
          <ac:cxnSpMkLst>
            <pc:docMk/>
            <pc:sldMk cId="2095953406" sldId="267"/>
            <ac:cxnSpMk id="27" creationId="{40DF81A6-55B2-EC71-5C2C-190B122A9193}"/>
          </ac:cxnSpMkLst>
        </pc:cxnChg>
        <pc:cxnChg chg="mod">
          <ac:chgData name="Johnson, Randall" userId="ca2a9510-4177-4989-a82b-83511f3dbcf6" providerId="ADAL" clId="{9E56FBCC-9D2B-4AC3-B084-603993C68A6A}" dt="2025-12-31T21:15:59.474" v="669" actId="14100"/>
          <ac:cxnSpMkLst>
            <pc:docMk/>
            <pc:sldMk cId="2095953406" sldId="267"/>
            <ac:cxnSpMk id="28" creationId="{D9D4CAA7-F750-FACD-EC38-53ACCB356DE7}"/>
          </ac:cxnSpMkLst>
        </pc:cxnChg>
        <pc:cxnChg chg="mod topLvl">
          <ac:chgData name="Johnson, Randall" userId="ca2a9510-4177-4989-a82b-83511f3dbcf6" providerId="ADAL" clId="{9E56FBCC-9D2B-4AC3-B084-603993C68A6A}" dt="2025-12-31T21:29:44.198" v="988" actId="164"/>
          <ac:cxnSpMkLst>
            <pc:docMk/>
            <pc:sldMk cId="2095953406" sldId="267"/>
            <ac:cxnSpMk id="1057" creationId="{945D099B-66C1-A3CD-295A-D2DDE2030C60}"/>
          </ac:cxnSpMkLst>
        </pc:cxnChg>
        <pc:cxnChg chg="mod topLvl">
          <ac:chgData name="Johnson, Randall" userId="ca2a9510-4177-4989-a82b-83511f3dbcf6" providerId="ADAL" clId="{9E56FBCC-9D2B-4AC3-B084-603993C68A6A}" dt="2025-12-31T21:29:44.198" v="988" actId="164"/>
          <ac:cxnSpMkLst>
            <pc:docMk/>
            <pc:sldMk cId="2095953406" sldId="267"/>
            <ac:cxnSpMk id="1059" creationId="{7EB8EC2C-74F5-30BF-6279-C60F4EC9F4A2}"/>
          </ac:cxnSpMkLst>
        </pc:cxnChg>
        <pc:cxnChg chg="mod topLvl">
          <ac:chgData name="Johnson, Randall" userId="ca2a9510-4177-4989-a82b-83511f3dbcf6" providerId="ADAL" clId="{9E56FBCC-9D2B-4AC3-B084-603993C68A6A}" dt="2025-12-31T21:29:44.198" v="988" actId="164"/>
          <ac:cxnSpMkLst>
            <pc:docMk/>
            <pc:sldMk cId="2095953406" sldId="267"/>
            <ac:cxnSpMk id="1060" creationId="{160C278D-2F06-B2C4-863C-CA9BEBEE168E}"/>
          </ac:cxnSpMkLst>
        </pc:cxnChg>
        <pc:cxnChg chg="add mod">
          <ac:chgData name="Johnson, Randall" userId="ca2a9510-4177-4989-a82b-83511f3dbcf6" providerId="ADAL" clId="{9E56FBCC-9D2B-4AC3-B084-603993C68A6A}" dt="2025-12-31T21:29:44.198" v="988" actId="164"/>
          <ac:cxnSpMkLst>
            <pc:docMk/>
            <pc:sldMk cId="2095953406" sldId="267"/>
            <ac:cxnSpMk id="1063" creationId="{557403F7-636E-866E-8356-C5671121A2DB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5-12-31T21:33:34.794" v="1048" actId="688"/>
        <pc:sldMkLst>
          <pc:docMk/>
          <pc:sldMk cId="176422900" sldId="269"/>
        </pc:sldMkLst>
        <pc:spChg chg="add mod">
          <ac:chgData name="Johnson, Randall" userId="ca2a9510-4177-4989-a82b-83511f3dbcf6" providerId="ADAL" clId="{9E56FBCC-9D2B-4AC3-B084-603993C68A6A}" dt="2025-12-31T21:32:36.252" v="1014" actId="1076"/>
          <ac:spMkLst>
            <pc:docMk/>
            <pc:sldMk cId="176422900" sldId="269"/>
            <ac:spMk id="16" creationId="{D45A9A68-AD66-7208-F9E9-9BE199590DAD}"/>
          </ac:spMkLst>
        </pc:spChg>
        <pc:spChg chg="add mod">
          <ac:chgData name="Johnson, Randall" userId="ca2a9510-4177-4989-a82b-83511f3dbcf6" providerId="ADAL" clId="{9E56FBCC-9D2B-4AC3-B084-603993C68A6A}" dt="2025-12-31T21:33:34.794" v="1048" actId="688"/>
          <ac:spMkLst>
            <pc:docMk/>
            <pc:sldMk cId="176422900" sldId="269"/>
            <ac:spMk id="19" creationId="{BA52B3CA-E92C-F52D-67AB-68880B0BD5EB}"/>
          </ac:spMkLst>
        </pc:spChg>
        <pc:spChg chg="mod">
          <ac:chgData name="Johnson, Randall" userId="ca2a9510-4177-4989-a82b-83511f3dbcf6" providerId="ADAL" clId="{9E56FBCC-9D2B-4AC3-B084-603993C68A6A}" dt="2025-12-31T21:31:46.095" v="1010" actId="20577"/>
          <ac:spMkLst>
            <pc:docMk/>
            <pc:sldMk cId="176422900" sldId="269"/>
            <ac:spMk id="22" creationId="{C0AD2B1D-E374-2A1A-F06F-49463CC8647D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29" creationId="{EDE65C54-123D-14D4-BB73-3B803A48AB54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30" creationId="{5CC2956E-973B-ADEC-79AE-74C8297553CE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31" creationId="{E6F0AF61-862F-EBE5-A37B-141FE62D0719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57" creationId="{C4E4D46A-9912-FFAB-A995-241689F7BC2C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1028" creationId="{67EC3A70-A803-9D46-A99E-76FEBEC4795C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1035" creationId="{8F92A558-4508-23B8-DC7F-863F4874AC47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1043" creationId="{0170A285-8A75-9F21-C9A6-0EDC0B8CC253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1048" creationId="{8FAA24FB-E7BC-3907-6BE2-37678F0BF9A7}"/>
          </ac:spMkLst>
        </pc:spChg>
        <pc:spChg chg="mod">
          <ac:chgData name="Johnson, Randall" userId="ca2a9510-4177-4989-a82b-83511f3dbcf6" providerId="ADAL" clId="{9E56FBCC-9D2B-4AC3-B084-603993C68A6A}" dt="2025-12-31T21:24:18.212" v="829"/>
          <ac:spMkLst>
            <pc:docMk/>
            <pc:sldMk cId="176422900" sldId="269"/>
            <ac:spMk id="1049" creationId="{AC809CF1-B34D-7038-9966-0E40C1EF8B20}"/>
          </ac:spMkLst>
        </pc:spChg>
        <pc:spChg chg="mod">
          <ac:chgData name="Johnson, Randall" userId="ca2a9510-4177-4989-a82b-83511f3dbcf6" providerId="ADAL" clId="{9E56FBCC-9D2B-4AC3-B084-603993C68A6A}" dt="2025-12-31T21:31:52.194" v="1013" actId="20577"/>
          <ac:spMkLst>
            <pc:docMk/>
            <pc:sldMk cId="176422900" sldId="269"/>
            <ac:spMk id="1055" creationId="{467DCDDD-FBC9-416B-34B1-6C4038CB9E82}"/>
          </ac:spMkLst>
        </pc:spChg>
        <pc:spChg chg="mod topLvl">
          <ac:chgData name="Johnson, Randall" userId="ca2a9510-4177-4989-a82b-83511f3dbcf6" providerId="ADAL" clId="{9E56FBCC-9D2B-4AC3-B084-603993C68A6A}" dt="2025-12-31T21:32:52.602" v="1018" actId="165"/>
          <ac:spMkLst>
            <pc:docMk/>
            <pc:sldMk cId="176422900" sldId="269"/>
            <ac:spMk id="1089" creationId="{11AED2C1-866C-9BC6-71C3-A45D4FC5611F}"/>
          </ac:spMkLst>
        </pc:spChg>
        <pc:spChg chg="mod topLvl">
          <ac:chgData name="Johnson, Randall" userId="ca2a9510-4177-4989-a82b-83511f3dbcf6" providerId="ADAL" clId="{9E56FBCC-9D2B-4AC3-B084-603993C68A6A}" dt="2025-12-31T21:32:52.602" v="1018" actId="165"/>
          <ac:spMkLst>
            <pc:docMk/>
            <pc:sldMk cId="176422900" sldId="269"/>
            <ac:spMk id="1090" creationId="{4D88A890-7972-F070-CFB8-934510A2439E}"/>
          </ac:spMkLst>
        </pc:spChg>
        <pc:spChg chg="mod topLvl">
          <ac:chgData name="Johnson, Randall" userId="ca2a9510-4177-4989-a82b-83511f3dbcf6" providerId="ADAL" clId="{9E56FBCC-9D2B-4AC3-B084-603993C68A6A}" dt="2025-12-31T21:32:52.602" v="1018" actId="165"/>
          <ac:spMkLst>
            <pc:docMk/>
            <pc:sldMk cId="176422900" sldId="269"/>
            <ac:spMk id="1091" creationId="{2240EE75-2AC7-AFB8-3E81-EDA115E02967}"/>
          </ac:spMkLst>
        </pc:spChg>
        <pc:spChg chg="mod topLvl">
          <ac:chgData name="Johnson, Randall" userId="ca2a9510-4177-4989-a82b-83511f3dbcf6" providerId="ADAL" clId="{9E56FBCC-9D2B-4AC3-B084-603993C68A6A}" dt="2025-12-31T21:33:21.154" v="1041" actId="1036"/>
          <ac:spMkLst>
            <pc:docMk/>
            <pc:sldMk cId="176422900" sldId="269"/>
            <ac:spMk id="1093" creationId="{03283506-0C92-389F-6846-838DCE38BEB8}"/>
          </ac:spMkLst>
        </pc:spChg>
        <pc:spChg chg="mod topLvl">
          <ac:chgData name="Johnson, Randall" userId="ca2a9510-4177-4989-a82b-83511f3dbcf6" providerId="ADAL" clId="{9E56FBCC-9D2B-4AC3-B084-603993C68A6A}" dt="2025-12-31T21:32:52.602" v="1018" actId="165"/>
          <ac:spMkLst>
            <pc:docMk/>
            <pc:sldMk cId="176422900" sldId="269"/>
            <ac:spMk id="1096" creationId="{9E922DCE-6AAB-C598-FCE8-CEB75201E0E9}"/>
          </ac:spMkLst>
        </pc:spChg>
        <pc:spChg chg="add mod">
          <ac:chgData name="Johnson, Randall" userId="ca2a9510-4177-4989-a82b-83511f3dbcf6" providerId="ADAL" clId="{9E56FBCC-9D2B-4AC3-B084-603993C68A6A}" dt="2025-12-31T21:33:04.466" v="1023" actId="20577"/>
          <ac:spMkLst>
            <pc:docMk/>
            <pc:sldMk cId="176422900" sldId="269"/>
            <ac:spMk id="1098" creationId="{C504C1EA-137B-600D-2FA0-B983870FA701}"/>
          </ac:spMkLst>
        </pc:spChg>
        <pc:grpChg chg="mod">
          <ac:chgData name="Johnson, Randall" userId="ca2a9510-4177-4989-a82b-83511f3dbcf6" providerId="ADAL" clId="{9E56FBCC-9D2B-4AC3-B084-603993C68A6A}" dt="2025-12-31T21:24:30.897" v="837" actId="1037"/>
          <ac:grpSpMkLst>
            <pc:docMk/>
            <pc:sldMk cId="176422900" sldId="269"/>
            <ac:grpSpMk id="23" creationId="{06D0B1CF-8AA4-8F4C-EF20-2ECAE445ED1B}"/>
          </ac:grpSpMkLst>
        </pc:grpChg>
        <pc:picChg chg="add mod">
          <ac:chgData name="Johnson, Randall" userId="ca2a9510-4177-4989-a82b-83511f3dbcf6" providerId="ADAL" clId="{9E56FBCC-9D2B-4AC3-B084-603993C68A6A}" dt="2025-12-31T21:31:25.343" v="1004"/>
          <ac:picMkLst>
            <pc:docMk/>
            <pc:sldMk cId="176422900" sldId="269"/>
            <ac:picMk id="1087" creationId="{BBDA7034-0CAC-75AD-A096-323C97B95A75}"/>
          </ac:picMkLst>
        </pc:picChg>
        <pc:cxnChg chg="mod">
          <ac:chgData name="Johnson, Randall" userId="ca2a9510-4177-4989-a82b-83511f3dbcf6" providerId="ADAL" clId="{9E56FBCC-9D2B-4AC3-B084-603993C68A6A}" dt="2025-12-31T21:24:23.273" v="831" actId="1076"/>
          <ac:cxnSpMkLst>
            <pc:docMk/>
            <pc:sldMk cId="176422900" sldId="269"/>
            <ac:cxnSpMk id="1030" creationId="{5FAA7ADF-214B-D5FB-6707-AE439A5F53C2}"/>
          </ac:cxnSpMkLst>
        </pc:cxnChg>
        <pc:cxnChg chg="mod topLvl">
          <ac:chgData name="Johnson, Randall" userId="ca2a9510-4177-4989-a82b-83511f3dbcf6" providerId="ADAL" clId="{9E56FBCC-9D2B-4AC3-B084-603993C68A6A}" dt="2025-12-31T21:32:52.602" v="1018" actId="165"/>
          <ac:cxnSpMkLst>
            <pc:docMk/>
            <pc:sldMk cId="176422900" sldId="269"/>
            <ac:cxnSpMk id="1092" creationId="{34C55FA5-4191-E2EC-8DC5-5C720D679D09}"/>
          </ac:cxnSpMkLst>
        </pc:cxnChg>
        <pc:cxnChg chg="mod topLvl">
          <ac:chgData name="Johnson, Randall" userId="ca2a9510-4177-4989-a82b-83511f3dbcf6" providerId="ADAL" clId="{9E56FBCC-9D2B-4AC3-B084-603993C68A6A}" dt="2025-12-31T21:33:21.154" v="1041" actId="1036"/>
          <ac:cxnSpMkLst>
            <pc:docMk/>
            <pc:sldMk cId="176422900" sldId="269"/>
            <ac:cxnSpMk id="1094" creationId="{83E4DCE0-26D3-9E80-29BC-0CFEC48805BD}"/>
          </ac:cxnSpMkLst>
        </pc:cxnChg>
        <pc:cxnChg chg="mod topLvl">
          <ac:chgData name="Johnson, Randall" userId="ca2a9510-4177-4989-a82b-83511f3dbcf6" providerId="ADAL" clId="{9E56FBCC-9D2B-4AC3-B084-603993C68A6A}" dt="2025-12-31T21:32:52.602" v="1018" actId="165"/>
          <ac:cxnSpMkLst>
            <pc:docMk/>
            <pc:sldMk cId="176422900" sldId="269"/>
            <ac:cxnSpMk id="1095" creationId="{2C0EDBDE-5B94-E430-F1F5-0CD8EFA9EA49}"/>
          </ac:cxnSpMkLst>
        </pc:cxnChg>
        <pc:cxnChg chg="mod topLvl">
          <ac:chgData name="Johnson, Randall" userId="ca2a9510-4177-4989-a82b-83511f3dbcf6" providerId="ADAL" clId="{9E56FBCC-9D2B-4AC3-B084-603993C68A6A}" dt="2025-12-31T21:32:52.602" v="1018" actId="165"/>
          <ac:cxnSpMkLst>
            <pc:docMk/>
            <pc:sldMk cId="176422900" sldId="269"/>
            <ac:cxnSpMk id="1097" creationId="{4FCAA0CB-77A7-CFEB-541C-1AA49875215A}"/>
          </ac:cxnSpMkLst>
        </pc:cxnChg>
        <pc:cxnChg chg="add">
          <ac:chgData name="Johnson, Randall" userId="ca2a9510-4177-4989-a82b-83511f3dbcf6" providerId="ADAL" clId="{9E56FBCC-9D2B-4AC3-B084-603993C68A6A}" dt="2025-12-31T21:33:12.400" v="1024" actId="11529"/>
          <ac:cxnSpMkLst>
            <pc:docMk/>
            <pc:sldMk cId="176422900" sldId="269"/>
            <ac:cxnSpMk id="1100" creationId="{11976B61-0204-44F9-BCE6-3B529AC76B42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9:07.337" v="3617"/>
        <pc:sldMkLst>
          <pc:docMk/>
          <pc:sldMk cId="2698811885" sldId="270"/>
        </pc:sldMkLst>
        <pc:spChg chg="add mod">
          <ac:chgData name="Johnson, Randall" userId="ca2a9510-4177-4989-a82b-83511f3dbcf6" providerId="ADAL" clId="{9E56FBCC-9D2B-4AC3-B084-603993C68A6A}" dt="2026-01-02T18:35:25.153" v="2652"/>
          <ac:spMkLst>
            <pc:docMk/>
            <pc:sldMk cId="2698811885" sldId="270"/>
            <ac:spMk id="4" creationId="{2DDC65F9-5EF1-AE64-7F7C-2AAE159ACADA}"/>
          </ac:spMkLst>
        </pc:spChg>
        <pc:spChg chg="add mod">
          <ac:chgData name="Johnson, Randall" userId="ca2a9510-4177-4989-a82b-83511f3dbcf6" providerId="ADAL" clId="{9E56FBCC-9D2B-4AC3-B084-603993C68A6A}" dt="2026-01-02T18:48:53.710" v="2986"/>
          <ac:spMkLst>
            <pc:docMk/>
            <pc:sldMk cId="2698811885" sldId="270"/>
            <ac:spMk id="6" creationId="{BE0AD4ED-76F0-4DFC-FCD8-C929F4875A86}"/>
          </ac:spMkLst>
        </pc:spChg>
        <pc:spChg chg="add mod">
          <ac:chgData name="Johnson, Randall" userId="ca2a9510-4177-4989-a82b-83511f3dbcf6" providerId="ADAL" clId="{9E56FBCC-9D2B-4AC3-B084-603993C68A6A}" dt="2026-01-02T18:48:53.710" v="2986"/>
          <ac:spMkLst>
            <pc:docMk/>
            <pc:sldMk cId="2698811885" sldId="270"/>
            <ac:spMk id="8" creationId="{F826F606-19B0-84EE-9F1F-31E6072C9D6C}"/>
          </ac:spMkLst>
        </pc:spChg>
        <pc:spChg chg="add mod">
          <ac:chgData name="Johnson, Randall" userId="ca2a9510-4177-4989-a82b-83511f3dbcf6" providerId="ADAL" clId="{9E56FBCC-9D2B-4AC3-B084-603993C68A6A}" dt="2026-01-02T19:39:07.337" v="3617"/>
          <ac:spMkLst>
            <pc:docMk/>
            <pc:sldMk cId="2698811885" sldId="270"/>
            <ac:spMk id="10" creationId="{4DB67962-50A2-7C8A-6F50-34D4166229F8}"/>
          </ac:spMkLst>
        </pc:spChg>
        <pc:spChg chg="add mod">
          <ac:chgData name="Johnson, Randall" userId="ca2a9510-4177-4989-a82b-83511f3dbcf6" providerId="ADAL" clId="{9E56FBCC-9D2B-4AC3-B084-603993C68A6A}" dt="2026-01-02T19:39:07.337" v="3617"/>
          <ac:spMkLst>
            <pc:docMk/>
            <pc:sldMk cId="2698811885" sldId="270"/>
            <ac:spMk id="11" creationId="{B9911545-57A7-FEA0-EB3F-FD74E62D8A80}"/>
          </ac:spMkLst>
        </pc:spChg>
        <pc:spChg chg="add mod">
          <ac:chgData name="Johnson, Randall" userId="ca2a9510-4177-4989-a82b-83511f3dbcf6" providerId="ADAL" clId="{9E56FBCC-9D2B-4AC3-B084-603993C68A6A}" dt="2026-01-02T19:39:07.337" v="3617"/>
          <ac:spMkLst>
            <pc:docMk/>
            <pc:sldMk cId="2698811885" sldId="270"/>
            <ac:spMk id="12" creationId="{36655CF6-0C6D-A788-AEE8-77A0195A5812}"/>
          </ac:spMkLst>
        </pc:spChg>
        <pc:spChg chg="mod topLvl">
          <ac:chgData name="Johnson, Randall" userId="ca2a9510-4177-4989-a82b-83511f3dbcf6" providerId="ADAL" clId="{9E56FBCC-9D2B-4AC3-B084-603993C68A6A}" dt="2026-01-02T18:29:30.734" v="2477" actId="165"/>
          <ac:spMkLst>
            <pc:docMk/>
            <pc:sldMk cId="2698811885" sldId="270"/>
            <ac:spMk id="39" creationId="{E08D853C-898B-C560-FFE8-743767727F79}"/>
          </ac:spMkLst>
        </pc:spChg>
        <pc:spChg chg="mod topLvl">
          <ac:chgData name="Johnson, Randall" userId="ca2a9510-4177-4989-a82b-83511f3dbcf6" providerId="ADAL" clId="{9E56FBCC-9D2B-4AC3-B084-603993C68A6A}" dt="2026-01-02T18:29:30.734" v="2477" actId="165"/>
          <ac:spMkLst>
            <pc:docMk/>
            <pc:sldMk cId="2698811885" sldId="270"/>
            <ac:spMk id="40" creationId="{35D51322-708A-9620-89EE-C10245A6761F}"/>
          </ac:spMkLst>
        </pc:spChg>
        <pc:spChg chg="mod topLvl">
          <ac:chgData name="Johnson, Randall" userId="ca2a9510-4177-4989-a82b-83511f3dbcf6" providerId="ADAL" clId="{9E56FBCC-9D2B-4AC3-B084-603993C68A6A}" dt="2026-01-02T18:29:30.734" v="2477" actId="165"/>
          <ac:spMkLst>
            <pc:docMk/>
            <pc:sldMk cId="2698811885" sldId="270"/>
            <ac:spMk id="41" creationId="{B8C0C6B5-1DF6-0693-0EFD-10C3E3215E24}"/>
          </ac:spMkLst>
        </pc:spChg>
        <pc:spChg chg="mod topLvl">
          <ac:chgData name="Johnson, Randall" userId="ca2a9510-4177-4989-a82b-83511f3dbcf6" providerId="ADAL" clId="{9E56FBCC-9D2B-4AC3-B084-603993C68A6A}" dt="2026-01-02T18:29:37.781" v="2478" actId="165"/>
          <ac:spMkLst>
            <pc:docMk/>
            <pc:sldMk cId="2698811885" sldId="270"/>
            <ac:spMk id="42" creationId="{A9624B4F-A2C4-8319-E56E-EE9B62704AA8}"/>
          </ac:spMkLst>
        </pc:spChg>
        <pc:spChg chg="mod topLvl">
          <ac:chgData name="Johnson, Randall" userId="ca2a9510-4177-4989-a82b-83511f3dbcf6" providerId="ADAL" clId="{9E56FBCC-9D2B-4AC3-B084-603993C68A6A}" dt="2026-01-02T18:29:37.781" v="2478" actId="165"/>
          <ac:spMkLst>
            <pc:docMk/>
            <pc:sldMk cId="2698811885" sldId="270"/>
            <ac:spMk id="43" creationId="{2A9C74CA-8457-1247-48BC-E263CB4EB496}"/>
          </ac:spMkLst>
        </pc:spChg>
        <pc:spChg chg="add mod topLvl">
          <ac:chgData name="Johnson, Randall" userId="ca2a9510-4177-4989-a82b-83511f3dbcf6" providerId="ADAL" clId="{9E56FBCC-9D2B-4AC3-B084-603993C68A6A}" dt="2026-01-02T18:29:30.734" v="2477" actId="165"/>
          <ac:spMkLst>
            <pc:docMk/>
            <pc:sldMk cId="2698811885" sldId="270"/>
            <ac:spMk id="1077" creationId="{0DB81ED1-94C0-3389-151B-0F1CB0BAA33F}"/>
          </ac:spMkLst>
        </pc:spChg>
        <pc:spChg chg="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084" creationId="{BA90A4D1-AB68-60EA-F735-590769F29970}"/>
          </ac:spMkLst>
        </pc:spChg>
        <pc:spChg chg="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085" creationId="{0AC6DD30-712A-4CA9-C559-3ECD7158765C}"/>
          </ac:spMkLst>
        </pc:spChg>
        <pc:spChg chg="mod topLvl">
          <ac:chgData name="Johnson, Randall" userId="ca2a9510-4177-4989-a82b-83511f3dbcf6" providerId="ADAL" clId="{9E56FBCC-9D2B-4AC3-B084-603993C68A6A}" dt="2025-12-31T22:25:48.741" v="1974" actId="164"/>
          <ac:spMkLst>
            <pc:docMk/>
            <pc:sldMk cId="2698811885" sldId="270"/>
            <ac:spMk id="1086" creationId="{854DB059-E99C-A8C0-5BC1-3DE621EB6539}"/>
          </ac:spMkLst>
        </pc:spChg>
        <pc:spChg chg="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088" creationId="{199CF6A0-9BC9-91A8-3443-FA96F0455092}"/>
          </ac:spMkLst>
        </pc:spChg>
        <pc:spChg chg="mod topLvl">
          <ac:chgData name="Johnson, Randall" userId="ca2a9510-4177-4989-a82b-83511f3dbcf6" providerId="ADAL" clId="{9E56FBCC-9D2B-4AC3-B084-603993C68A6A}" dt="2025-12-31T22:25:48.741" v="1974" actId="164"/>
          <ac:spMkLst>
            <pc:docMk/>
            <pc:sldMk cId="2698811885" sldId="270"/>
            <ac:spMk id="1099" creationId="{B983F248-1B8A-845C-86FD-B4B5A0DF50BE}"/>
          </ac:spMkLst>
        </pc:spChg>
        <pc:spChg chg="add del 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106" creationId="{450F244C-DE11-2FD3-4835-1548BADE5981}"/>
          </ac:spMkLst>
        </pc:spChg>
        <pc:spChg chg="mod topLvl">
          <ac:chgData name="Johnson, Randall" userId="ca2a9510-4177-4989-a82b-83511f3dbcf6" providerId="ADAL" clId="{9E56FBCC-9D2B-4AC3-B084-603993C68A6A}" dt="2026-01-02T18:29:37.781" v="2478" actId="165"/>
          <ac:spMkLst>
            <pc:docMk/>
            <pc:sldMk cId="2698811885" sldId="270"/>
            <ac:spMk id="1109" creationId="{3D75CFCB-58C6-DAEB-5A48-FFA695059606}"/>
          </ac:spMkLst>
        </pc:spChg>
        <pc:spChg chg="mod topLvl">
          <ac:chgData name="Johnson, Randall" userId="ca2a9510-4177-4989-a82b-83511f3dbcf6" providerId="ADAL" clId="{9E56FBCC-9D2B-4AC3-B084-603993C68A6A}" dt="2025-12-31T22:34:55.525" v="2384" actId="164"/>
          <ac:spMkLst>
            <pc:docMk/>
            <pc:sldMk cId="2698811885" sldId="270"/>
            <ac:spMk id="1110" creationId="{09D7FFC7-613D-C37D-0B7B-693BB7C9EC3A}"/>
          </ac:spMkLst>
        </pc:spChg>
        <pc:spChg chg="mod topLvl">
          <ac:chgData name="Johnson, Randall" userId="ca2a9510-4177-4989-a82b-83511f3dbcf6" providerId="ADAL" clId="{9E56FBCC-9D2B-4AC3-B084-603993C68A6A}" dt="2025-12-31T22:34:55.525" v="2384" actId="164"/>
          <ac:spMkLst>
            <pc:docMk/>
            <pc:sldMk cId="2698811885" sldId="270"/>
            <ac:spMk id="1113" creationId="{5BC0D566-733F-F9C5-74DF-24889DDC4DBD}"/>
          </ac:spMkLst>
        </pc:spChg>
        <pc:spChg chg="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122" creationId="{14214A56-6BF8-E664-D0D6-43111BBCF9CE}"/>
          </ac:spMkLst>
        </pc:spChg>
        <pc:spChg chg="mod topLvl">
          <ac:chgData name="Johnson, Randall" userId="ca2a9510-4177-4989-a82b-83511f3dbcf6" providerId="ADAL" clId="{9E56FBCC-9D2B-4AC3-B084-603993C68A6A}" dt="2025-12-31T21:54:01.941" v="1232" actId="165"/>
          <ac:spMkLst>
            <pc:docMk/>
            <pc:sldMk cId="2698811885" sldId="270"/>
            <ac:spMk id="1123" creationId="{6DA33B1B-0ECA-A8A8-BB7B-F648C1B393F0}"/>
          </ac:spMkLst>
        </pc:spChg>
        <pc:spChg chg="mod topLvl">
          <ac:chgData name="Johnson, Randall" userId="ca2a9510-4177-4989-a82b-83511f3dbcf6" providerId="ADAL" clId="{9E56FBCC-9D2B-4AC3-B084-603993C68A6A}" dt="2026-01-02T18:29:37.781" v="2478" actId="165"/>
          <ac:spMkLst>
            <pc:docMk/>
            <pc:sldMk cId="2698811885" sldId="270"/>
            <ac:spMk id="1124" creationId="{2067FB8D-ECF4-4BC6-CF26-B75EF9B4A6E0}"/>
          </ac:spMkLst>
        </pc:spChg>
        <pc:spChg chg="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125" creationId="{6DD2D0A6-9E61-D06E-1A2C-59FB0B159CFE}"/>
          </ac:spMkLst>
        </pc:spChg>
        <pc:spChg chg="mod topLvl">
          <ac:chgData name="Johnson, Randall" userId="ca2a9510-4177-4989-a82b-83511f3dbcf6" providerId="ADAL" clId="{9E56FBCC-9D2B-4AC3-B084-603993C68A6A}" dt="2025-12-31T22:35:16.871" v="2386" actId="164"/>
          <ac:spMkLst>
            <pc:docMk/>
            <pc:sldMk cId="2698811885" sldId="270"/>
            <ac:spMk id="1126" creationId="{198B2F36-F61B-E1AE-FC1D-A0DCC1DF1AD6}"/>
          </ac:spMkLst>
        </pc:spChg>
        <pc:spChg chg="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132" creationId="{95C246EF-8DC7-C93C-ADF3-386543E93FDD}"/>
          </ac:spMkLst>
        </pc:spChg>
        <pc:spChg chg="add mod">
          <ac:chgData name="Johnson, Randall" userId="ca2a9510-4177-4989-a82b-83511f3dbcf6" providerId="ADAL" clId="{9E56FBCC-9D2B-4AC3-B084-603993C68A6A}" dt="2025-12-31T22:27:17.869" v="2077" actId="1036"/>
          <ac:spMkLst>
            <pc:docMk/>
            <pc:sldMk cId="2698811885" sldId="270"/>
            <ac:spMk id="1139" creationId="{F26BD578-211D-C52B-984E-7103359B2873}"/>
          </ac:spMkLst>
        </pc:spChg>
        <pc:spChg chg="add mod topLvl">
          <ac:chgData name="Johnson, Randall" userId="ca2a9510-4177-4989-a82b-83511f3dbcf6" providerId="ADAL" clId="{9E56FBCC-9D2B-4AC3-B084-603993C68A6A}" dt="2026-01-02T18:29:37.781" v="2478" actId="165"/>
          <ac:spMkLst>
            <pc:docMk/>
            <pc:sldMk cId="2698811885" sldId="270"/>
            <ac:spMk id="1142" creationId="{EB8F52FD-385F-2CFB-BCAD-249D6461C1EF}"/>
          </ac:spMkLst>
        </pc:spChg>
        <pc:spChg chg="add mod">
          <ac:chgData name="Johnson, Randall" userId="ca2a9510-4177-4989-a82b-83511f3dbcf6" providerId="ADAL" clId="{9E56FBCC-9D2B-4AC3-B084-603993C68A6A}" dt="2026-01-02T18:29:30.734" v="2477" actId="165"/>
          <ac:spMkLst>
            <pc:docMk/>
            <pc:sldMk cId="2698811885" sldId="270"/>
            <ac:spMk id="1147" creationId="{D76D58D8-9F6A-28F8-C929-589ED64208E5}"/>
          </ac:spMkLst>
        </pc:spChg>
        <pc:spChg chg="add mod topLvl">
          <ac:chgData name="Johnson, Randall" userId="ca2a9510-4177-4989-a82b-83511f3dbcf6" providerId="ADAL" clId="{9E56FBCC-9D2B-4AC3-B084-603993C68A6A}" dt="2025-12-31T22:35:16.871" v="2386" actId="164"/>
          <ac:spMkLst>
            <pc:docMk/>
            <pc:sldMk cId="2698811885" sldId="270"/>
            <ac:spMk id="1151" creationId="{1112C998-3FD2-9DA2-BAEE-C102FCB5CB4D}"/>
          </ac:spMkLst>
        </pc:spChg>
        <pc:spChg chg="add mod">
          <ac:chgData name="Johnson, Randall" userId="ca2a9510-4177-4989-a82b-83511f3dbcf6" providerId="ADAL" clId="{9E56FBCC-9D2B-4AC3-B084-603993C68A6A}" dt="2025-12-31T22:27:17.869" v="2077" actId="1036"/>
          <ac:spMkLst>
            <pc:docMk/>
            <pc:sldMk cId="2698811885" sldId="270"/>
            <ac:spMk id="1161" creationId="{F8DF04B8-33F6-A49C-E2CC-0713747C5E0D}"/>
          </ac:spMkLst>
        </pc:spChg>
        <pc:spChg chg="add 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165" creationId="{CFCC418E-0BAD-96FD-D3C8-DAE4071C3B00}"/>
          </ac:spMkLst>
        </pc:spChg>
        <pc:spChg chg="add mod">
          <ac:chgData name="Johnson, Randall" userId="ca2a9510-4177-4989-a82b-83511f3dbcf6" providerId="ADAL" clId="{9E56FBCC-9D2B-4AC3-B084-603993C68A6A}" dt="2026-01-02T18:29:30.734" v="2477" actId="165"/>
          <ac:spMkLst>
            <pc:docMk/>
            <pc:sldMk cId="2698811885" sldId="270"/>
            <ac:spMk id="1170" creationId="{0D6B7B4B-EA4C-66DF-D8A6-439CCA881AFA}"/>
          </ac:spMkLst>
        </pc:spChg>
        <pc:spChg chg="add mod topLvl">
          <ac:chgData name="Johnson, Randall" userId="ca2a9510-4177-4989-a82b-83511f3dbcf6" providerId="ADAL" clId="{9E56FBCC-9D2B-4AC3-B084-603993C68A6A}" dt="2025-12-31T22:35:16.871" v="2386" actId="164"/>
          <ac:spMkLst>
            <pc:docMk/>
            <pc:sldMk cId="2698811885" sldId="270"/>
            <ac:spMk id="1173" creationId="{1F809814-F0A2-56F2-14EE-EDCA5017845E}"/>
          </ac:spMkLst>
        </pc:spChg>
        <pc:spChg chg="add mod">
          <ac:chgData name="Johnson, Randall" userId="ca2a9510-4177-4989-a82b-83511f3dbcf6" providerId="ADAL" clId="{9E56FBCC-9D2B-4AC3-B084-603993C68A6A}" dt="2025-12-31T22:27:17.869" v="2077" actId="1036"/>
          <ac:spMkLst>
            <pc:docMk/>
            <pc:sldMk cId="2698811885" sldId="270"/>
            <ac:spMk id="1177" creationId="{7CB9F62C-F377-1A25-D0D9-5EB4AA41590D}"/>
          </ac:spMkLst>
        </pc:spChg>
        <pc:spChg chg="add 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188" creationId="{15E0779F-F6D3-D4E8-9B9F-FCB882062EB8}"/>
          </ac:spMkLst>
        </pc:spChg>
        <pc:spChg chg="add mod topLvl">
          <ac:chgData name="Johnson, Randall" userId="ca2a9510-4177-4989-a82b-83511f3dbcf6" providerId="ADAL" clId="{9E56FBCC-9D2B-4AC3-B084-603993C68A6A}" dt="2025-12-31T22:35:16.871" v="2386" actId="164"/>
          <ac:spMkLst>
            <pc:docMk/>
            <pc:sldMk cId="2698811885" sldId="270"/>
            <ac:spMk id="1191" creationId="{818AF527-4BDC-B21A-4EC4-8E608A738DBA}"/>
          </ac:spMkLst>
        </pc:spChg>
        <pc:spChg chg="add mod">
          <ac:chgData name="Johnson, Randall" userId="ca2a9510-4177-4989-a82b-83511f3dbcf6" providerId="ADAL" clId="{9E56FBCC-9D2B-4AC3-B084-603993C68A6A}" dt="2025-12-31T22:19:53.464" v="1733" actId="165"/>
          <ac:spMkLst>
            <pc:docMk/>
            <pc:sldMk cId="2698811885" sldId="270"/>
            <ac:spMk id="1200" creationId="{1CD1C814-3F9E-5BAE-BE72-3020D92EBC58}"/>
          </ac:spMkLst>
        </pc:spChg>
        <pc:spChg chg="add mod topLvl">
          <ac:chgData name="Johnson, Randall" userId="ca2a9510-4177-4989-a82b-83511f3dbcf6" providerId="ADAL" clId="{9E56FBCC-9D2B-4AC3-B084-603993C68A6A}" dt="2026-01-02T18:29:51.514" v="2479" actId="165"/>
          <ac:spMkLst>
            <pc:docMk/>
            <pc:sldMk cId="2698811885" sldId="270"/>
            <ac:spMk id="1207" creationId="{9E254CFB-8B1B-DDC2-F978-5FEED0CEFFCF}"/>
          </ac:spMkLst>
        </pc:spChg>
        <pc:spChg chg="add del mod topLvl">
          <ac:chgData name="Johnson, Randall" userId="ca2a9510-4177-4989-a82b-83511f3dbcf6" providerId="ADAL" clId="{9E56FBCC-9D2B-4AC3-B084-603993C68A6A}" dt="2026-01-02T18:30:24.533" v="2497" actId="478"/>
          <ac:spMkLst>
            <pc:docMk/>
            <pc:sldMk cId="2698811885" sldId="270"/>
            <ac:spMk id="1215" creationId="{6F777D0A-4DD1-A2B5-5CD7-A7E507FC92E0}"/>
          </ac:spMkLst>
        </pc:spChg>
        <pc:spChg chg="add del mod">
          <ac:chgData name="Johnson, Randall" userId="ca2a9510-4177-4989-a82b-83511f3dbcf6" providerId="ADAL" clId="{9E56FBCC-9D2B-4AC3-B084-603993C68A6A}" dt="2026-01-02T18:35:30.030" v="2654" actId="478"/>
          <ac:spMkLst>
            <pc:docMk/>
            <pc:sldMk cId="2698811885" sldId="270"/>
            <ac:spMk id="1216" creationId="{710DB1A6-E749-0730-5A03-227FC72ABDBA}"/>
          </ac:spMkLst>
        </pc:spChg>
        <pc:spChg chg="add del mod">
          <ac:chgData name="Johnson, Randall" userId="ca2a9510-4177-4989-a82b-83511f3dbcf6" providerId="ADAL" clId="{9E56FBCC-9D2B-4AC3-B084-603993C68A6A}" dt="2026-01-02T18:30:10.460" v="2481" actId="478"/>
          <ac:spMkLst>
            <pc:docMk/>
            <pc:sldMk cId="2698811885" sldId="270"/>
            <ac:spMk id="1217" creationId="{DD9E5EE3-DD31-F443-8428-77FBC3CFB4C2}"/>
          </ac:spMkLst>
        </pc:spChg>
        <pc:spChg chg="add mod">
          <ac:chgData name="Johnson, Randall" userId="ca2a9510-4177-4989-a82b-83511f3dbcf6" providerId="ADAL" clId="{9E56FBCC-9D2B-4AC3-B084-603993C68A6A}" dt="2025-12-31T22:35:29.264" v="2387" actId="164"/>
          <ac:spMkLst>
            <pc:docMk/>
            <pc:sldMk cId="2698811885" sldId="270"/>
            <ac:spMk id="1257" creationId="{882D13EB-EB17-73B1-1D16-B6A54FFF18EE}"/>
          </ac:spMkLst>
        </pc:spChg>
        <pc:spChg chg="add mod topLvl">
          <ac:chgData name="Johnson, Randall" userId="ca2a9510-4177-4989-a82b-83511f3dbcf6" providerId="ADAL" clId="{9E56FBCC-9D2B-4AC3-B084-603993C68A6A}" dt="2026-01-02T18:32:16.382" v="2577" actId="1076"/>
          <ac:spMkLst>
            <pc:docMk/>
            <pc:sldMk cId="2698811885" sldId="270"/>
            <ac:spMk id="1258" creationId="{80BC0624-160B-5BCE-D06E-400CBDF882FF}"/>
          </ac:spMkLst>
        </pc:spChg>
        <pc:spChg chg="add mod">
          <ac:chgData name="Johnson, Randall" userId="ca2a9510-4177-4989-a82b-83511f3dbcf6" providerId="ADAL" clId="{9E56FBCC-9D2B-4AC3-B084-603993C68A6A}" dt="2025-12-31T22:36:17.464" v="2389" actId="164"/>
          <ac:spMkLst>
            <pc:docMk/>
            <pc:sldMk cId="2698811885" sldId="270"/>
            <ac:spMk id="1259" creationId="{292A801E-1818-55DC-6AAC-473D51684C86}"/>
          </ac:spMkLst>
        </pc:spChg>
        <pc:spChg chg="add mod">
          <ac:chgData name="Johnson, Randall" userId="ca2a9510-4177-4989-a82b-83511f3dbcf6" providerId="ADAL" clId="{9E56FBCC-9D2B-4AC3-B084-603993C68A6A}" dt="2026-01-02T18:30:19.207" v="2496" actId="1036"/>
          <ac:spMkLst>
            <pc:docMk/>
            <pc:sldMk cId="2698811885" sldId="270"/>
            <ac:spMk id="1260" creationId="{9F7E57E9-8940-7AA4-5C5F-32BDB651E959}"/>
          </ac:spMkLst>
        </pc:spChg>
        <pc:spChg chg="add del mod">
          <ac:chgData name="Johnson, Randall" userId="ca2a9510-4177-4989-a82b-83511f3dbcf6" providerId="ADAL" clId="{9E56FBCC-9D2B-4AC3-B084-603993C68A6A}" dt="2026-01-02T18:49:31.948" v="2992" actId="478"/>
          <ac:spMkLst>
            <pc:docMk/>
            <pc:sldMk cId="2698811885" sldId="270"/>
            <ac:spMk id="1271" creationId="{5F12B9B4-A8ED-4512-B489-8C75E7F31A02}"/>
          </ac:spMkLst>
        </pc:spChg>
        <pc:spChg chg="add del mod topLvl">
          <ac:chgData name="Johnson, Randall" userId="ca2a9510-4177-4989-a82b-83511f3dbcf6" providerId="ADAL" clId="{9E56FBCC-9D2B-4AC3-B084-603993C68A6A}" dt="2026-01-02T18:35:33.440" v="2655" actId="478"/>
          <ac:spMkLst>
            <pc:docMk/>
            <pc:sldMk cId="2698811885" sldId="270"/>
            <ac:spMk id="1272" creationId="{29E0092B-529F-96CE-A92C-FC00B8A4B2EB}"/>
          </ac:spMkLst>
        </pc:spChg>
        <pc:spChg chg="add mod topLvl">
          <ac:chgData name="Johnson, Randall" userId="ca2a9510-4177-4989-a82b-83511f3dbcf6" providerId="ADAL" clId="{9E56FBCC-9D2B-4AC3-B084-603993C68A6A}" dt="2026-01-02T18:29:37.781" v="2478" actId="165"/>
          <ac:spMkLst>
            <pc:docMk/>
            <pc:sldMk cId="2698811885" sldId="270"/>
            <ac:spMk id="1273" creationId="{B35D10E2-0933-FC71-0467-43A8C5EE73C1}"/>
          </ac:spMkLst>
        </pc:spChg>
        <pc:spChg chg="add mod">
          <ac:chgData name="Johnson, Randall" userId="ca2a9510-4177-4989-a82b-83511f3dbcf6" providerId="ADAL" clId="{9E56FBCC-9D2B-4AC3-B084-603993C68A6A}" dt="2025-12-31T22:36:17.464" v="2389" actId="164"/>
          <ac:spMkLst>
            <pc:docMk/>
            <pc:sldMk cId="2698811885" sldId="270"/>
            <ac:spMk id="1283" creationId="{E5055C78-AED3-5CDB-8740-4E7FE3CEBEB4}"/>
          </ac:spMkLst>
        </pc:spChg>
        <pc:spChg chg="add mod">
          <ac:chgData name="Johnson, Randall" userId="ca2a9510-4177-4989-a82b-83511f3dbcf6" providerId="ADAL" clId="{9E56FBCC-9D2B-4AC3-B084-603993C68A6A}" dt="2025-12-31T22:36:01.292" v="2388" actId="164"/>
          <ac:spMkLst>
            <pc:docMk/>
            <pc:sldMk cId="2698811885" sldId="270"/>
            <ac:spMk id="1286" creationId="{63292587-8224-1AB6-673F-49488F3AEFA1}"/>
          </ac:spMkLst>
        </pc:spChg>
        <pc:spChg chg="add mod">
          <ac:chgData name="Johnson, Randall" userId="ca2a9510-4177-4989-a82b-83511f3dbcf6" providerId="ADAL" clId="{9E56FBCC-9D2B-4AC3-B084-603993C68A6A}" dt="2025-12-31T22:35:29.264" v="2387" actId="164"/>
          <ac:spMkLst>
            <pc:docMk/>
            <pc:sldMk cId="2698811885" sldId="270"/>
            <ac:spMk id="1289" creationId="{27CBF51A-DB89-5178-5A80-8A5D0B663906}"/>
          </ac:spMkLst>
        </pc:spChg>
        <pc:picChg chg="mod">
          <ac:chgData name="Johnson, Randall" userId="ca2a9510-4177-4989-a82b-83511f3dbcf6" providerId="ADAL" clId="{9E56FBCC-9D2B-4AC3-B084-603993C68A6A}" dt="2025-12-31T22:36:26.228" v="2419" actId="1037"/>
          <ac:picMkLst>
            <pc:docMk/>
            <pc:sldMk cId="2698811885" sldId="270"/>
            <ac:picMk id="1034" creationId="{283F4CE3-AB37-2296-FDA0-0687E538CC19}"/>
          </ac:picMkLst>
        </pc:picChg>
        <pc:picChg chg="add mod">
          <ac:chgData name="Johnson, Randall" userId="ca2a9510-4177-4989-a82b-83511f3dbcf6" providerId="ADAL" clId="{9E56FBCC-9D2B-4AC3-B084-603993C68A6A}" dt="2025-12-31T22:24:03.544" v="1905" actId="1038"/>
          <ac:picMkLst>
            <pc:docMk/>
            <pc:sldMk cId="2698811885" sldId="270"/>
            <ac:picMk id="1252" creationId="{62955096-DCF5-14FF-E110-3972098F915A}"/>
          </ac:picMkLst>
        </pc:picChg>
        <pc:picChg chg="add mod">
          <ac:chgData name="Johnson, Randall" userId="ca2a9510-4177-4989-a82b-83511f3dbcf6" providerId="ADAL" clId="{9E56FBCC-9D2B-4AC3-B084-603993C68A6A}" dt="2025-12-31T22:24:00.799" v="1898" actId="1038"/>
          <ac:picMkLst>
            <pc:docMk/>
            <pc:sldMk cId="2698811885" sldId="270"/>
            <ac:picMk id="1254" creationId="{F782B43C-30E5-9ADC-4F48-3C93A06A20B5}"/>
          </ac:picMkLst>
        </pc:picChg>
        <pc:picChg chg="add mod">
          <ac:chgData name="Johnson, Randall" userId="ca2a9510-4177-4989-a82b-83511f3dbcf6" providerId="ADAL" clId="{9E56FBCC-9D2B-4AC3-B084-603993C68A6A}" dt="2025-12-31T22:26:15.186" v="2047" actId="1076"/>
          <ac:picMkLst>
            <pc:docMk/>
            <pc:sldMk cId="2698811885" sldId="270"/>
            <ac:picMk id="1255" creationId="{FFE62E6B-C89A-9B49-D645-AC29EA56AC89}"/>
          </ac:picMkLst>
        </pc:picChg>
        <pc:picChg chg="add mod">
          <ac:chgData name="Johnson, Randall" userId="ca2a9510-4177-4989-a82b-83511f3dbcf6" providerId="ADAL" clId="{9E56FBCC-9D2B-4AC3-B084-603993C68A6A}" dt="2025-12-31T22:27:45.743" v="2168" actId="1037"/>
          <ac:picMkLst>
            <pc:docMk/>
            <pc:sldMk cId="2698811885" sldId="270"/>
            <ac:picMk id="1256" creationId="{26BC2975-B5C5-161C-D6A1-7DF34C579706}"/>
          </ac:picMkLst>
        </pc:picChg>
        <pc:cxnChg chg="add mod">
          <ac:chgData name="Johnson, Randall" userId="ca2a9510-4177-4989-a82b-83511f3dbcf6" providerId="ADAL" clId="{9E56FBCC-9D2B-4AC3-B084-603993C68A6A}" dt="2026-01-02T18:35:25.153" v="2652"/>
          <ac:cxnSpMkLst>
            <pc:docMk/>
            <pc:sldMk cId="2698811885" sldId="270"/>
            <ac:cxnSpMk id="5" creationId="{EA052C3F-A410-4A00-0C30-3ABD512DBAF8}"/>
          </ac:cxnSpMkLst>
        </pc:cxnChg>
        <pc:cxnChg chg="add mod">
          <ac:chgData name="Johnson, Randall" userId="ca2a9510-4177-4989-a82b-83511f3dbcf6" providerId="ADAL" clId="{9E56FBCC-9D2B-4AC3-B084-603993C68A6A}" dt="2026-01-02T18:48:53.710" v="2986"/>
          <ac:cxnSpMkLst>
            <pc:docMk/>
            <pc:sldMk cId="2698811885" sldId="270"/>
            <ac:cxnSpMk id="7" creationId="{5671DEDA-16AA-C3F4-E390-3328FFCBEE51}"/>
          </ac:cxnSpMkLst>
        </pc:cxnChg>
        <pc:cxnChg chg="add mod">
          <ac:chgData name="Johnson, Randall" userId="ca2a9510-4177-4989-a82b-83511f3dbcf6" providerId="ADAL" clId="{9E56FBCC-9D2B-4AC3-B084-603993C68A6A}" dt="2026-01-02T18:48:53.710" v="2986"/>
          <ac:cxnSpMkLst>
            <pc:docMk/>
            <pc:sldMk cId="2698811885" sldId="270"/>
            <ac:cxnSpMk id="9" creationId="{F10BF6AC-ADF7-1CFE-0833-987364B9CE3D}"/>
          </ac:cxnSpMkLst>
        </pc:cxnChg>
        <pc:cxnChg chg="mod topLvl">
          <ac:chgData name="Johnson, Randall" userId="ca2a9510-4177-4989-a82b-83511f3dbcf6" providerId="ADAL" clId="{9E56FBCC-9D2B-4AC3-B084-603993C68A6A}" dt="2025-12-31T21:53:00.335" v="1219" actId="165"/>
          <ac:cxnSpMkLst>
            <pc:docMk/>
            <pc:sldMk cId="2698811885" sldId="270"/>
            <ac:cxnSpMk id="45" creationId="{C7B71B22-A51E-583E-D230-CD2CD6B31319}"/>
          </ac:cxnSpMkLst>
        </pc:cxnChg>
        <pc:cxnChg chg="mod">
          <ac:chgData name="Johnson, Randall" userId="ca2a9510-4177-4989-a82b-83511f3dbcf6" providerId="ADAL" clId="{9E56FBCC-9D2B-4AC3-B084-603993C68A6A}" dt="2025-12-31T21:49:39.978" v="1173" actId="1037"/>
          <ac:cxnSpMkLst>
            <pc:docMk/>
            <pc:sldMk cId="2698811885" sldId="270"/>
            <ac:cxnSpMk id="46" creationId="{030042B6-55CD-54F9-B561-3A490FEA3301}"/>
          </ac:cxnSpMkLst>
        </pc:cxnChg>
        <pc:cxnChg chg="mod topLvl">
          <ac:chgData name="Johnson, Randall" userId="ca2a9510-4177-4989-a82b-83511f3dbcf6" providerId="ADAL" clId="{9E56FBCC-9D2B-4AC3-B084-603993C68A6A}" dt="2025-12-31T21:52:22.305" v="1211" actId="1076"/>
          <ac:cxnSpMkLst>
            <pc:docMk/>
            <pc:sldMk cId="2698811885" sldId="270"/>
            <ac:cxnSpMk id="47" creationId="{70974E49-C8D0-6A3E-CE8B-956FAC3CAE96}"/>
          </ac:cxnSpMkLst>
        </pc:cxnChg>
        <pc:cxnChg chg="mod topLvl">
          <ac:chgData name="Johnson, Randall" userId="ca2a9510-4177-4989-a82b-83511f3dbcf6" providerId="ADAL" clId="{9E56FBCC-9D2B-4AC3-B084-603993C68A6A}" dt="2025-12-31T21:53:00.335" v="1219" actId="165"/>
          <ac:cxnSpMkLst>
            <pc:docMk/>
            <pc:sldMk cId="2698811885" sldId="270"/>
            <ac:cxnSpMk id="48" creationId="{266EDB36-53C3-78BB-F5C4-5AE802EC0AA7}"/>
          </ac:cxnSpMkLst>
        </pc:cxnChg>
        <pc:cxnChg chg="mod topLvl">
          <ac:chgData name="Johnson, Randall" userId="ca2a9510-4177-4989-a82b-83511f3dbcf6" providerId="ADAL" clId="{9E56FBCC-9D2B-4AC3-B084-603993C68A6A}" dt="2025-12-31T21:46:28.279" v="1107" actId="165"/>
          <ac:cxnSpMkLst>
            <pc:docMk/>
            <pc:sldMk cId="2698811885" sldId="270"/>
            <ac:cxnSpMk id="53" creationId="{5D9702C7-D280-64E9-7F69-3C83FA6AE6C8}"/>
          </ac:cxnSpMkLst>
        </pc:cxnChg>
        <pc:cxnChg chg="add mod topLvl">
          <ac:chgData name="Johnson, Randall" userId="ca2a9510-4177-4989-a82b-83511f3dbcf6" providerId="ADAL" clId="{9E56FBCC-9D2B-4AC3-B084-603993C68A6A}" dt="2025-12-31T21:53:00.335" v="1219" actId="165"/>
          <ac:cxnSpMkLst>
            <pc:docMk/>
            <pc:sldMk cId="2698811885" sldId="270"/>
            <ac:cxnSpMk id="1081" creationId="{D4B8CA05-C0F0-19E6-75C5-7BBE0520F124}"/>
          </ac:cxnSpMkLst>
        </pc:cxnChg>
        <pc:cxnChg chg="mod topLvl">
          <ac:chgData name="Johnson, Randall" userId="ca2a9510-4177-4989-a82b-83511f3dbcf6" providerId="ADAL" clId="{9E56FBCC-9D2B-4AC3-B084-603993C68A6A}" dt="2025-12-31T21:52:43.284" v="1217" actId="165"/>
          <ac:cxnSpMkLst>
            <pc:docMk/>
            <pc:sldMk cId="2698811885" sldId="270"/>
            <ac:cxnSpMk id="1101" creationId="{1C6FCF82-2CD2-4279-D271-A2935B85682A}"/>
          </ac:cxnSpMkLst>
        </pc:cxnChg>
        <pc:cxnChg chg="mod topLvl">
          <ac:chgData name="Johnson, Randall" userId="ca2a9510-4177-4989-a82b-83511f3dbcf6" providerId="ADAL" clId="{9E56FBCC-9D2B-4AC3-B084-603993C68A6A}" dt="2025-12-31T22:25:48.741" v="1974" actId="164"/>
          <ac:cxnSpMkLst>
            <pc:docMk/>
            <pc:sldMk cId="2698811885" sldId="270"/>
            <ac:cxnSpMk id="1102" creationId="{C54DC19A-1CD9-49CB-883E-734B77C97BA8}"/>
          </ac:cxnSpMkLst>
        </pc:cxnChg>
        <pc:cxnChg chg="mod topLvl">
          <ac:chgData name="Johnson, Randall" userId="ca2a9510-4177-4989-a82b-83511f3dbcf6" providerId="ADAL" clId="{9E56FBCC-9D2B-4AC3-B084-603993C68A6A}" dt="2025-12-31T22:25:48.741" v="1974" actId="164"/>
          <ac:cxnSpMkLst>
            <pc:docMk/>
            <pc:sldMk cId="2698811885" sldId="270"/>
            <ac:cxnSpMk id="1107" creationId="{89B47571-A613-512F-A0EA-A3B8E0EDA843}"/>
          </ac:cxnSpMkLst>
        </pc:cxnChg>
        <pc:cxnChg chg="mod topLvl">
          <ac:chgData name="Johnson, Randall" userId="ca2a9510-4177-4989-a82b-83511f3dbcf6" providerId="ADAL" clId="{9E56FBCC-9D2B-4AC3-B084-603993C68A6A}" dt="2025-12-31T22:34:55.525" v="2384" actId="164"/>
          <ac:cxnSpMkLst>
            <pc:docMk/>
            <pc:sldMk cId="2698811885" sldId="270"/>
            <ac:cxnSpMk id="1114" creationId="{C351B7DE-07B4-EB90-C039-1E4A197BEB45}"/>
          </ac:cxnSpMkLst>
        </pc:cxnChg>
        <pc:cxnChg chg="mod topLvl">
          <ac:chgData name="Johnson, Randall" userId="ca2a9510-4177-4989-a82b-83511f3dbcf6" providerId="ADAL" clId="{9E56FBCC-9D2B-4AC3-B084-603993C68A6A}" dt="2025-12-31T21:54:01.941" v="1232" actId="165"/>
          <ac:cxnSpMkLst>
            <pc:docMk/>
            <pc:sldMk cId="2698811885" sldId="270"/>
            <ac:cxnSpMk id="1127" creationId="{C19BE676-F9C6-8C6E-41DE-17D0BF7FD59B}"/>
          </ac:cxnSpMkLst>
        </pc:cxnChg>
        <pc:cxnChg chg="mod topLvl">
          <ac:chgData name="Johnson, Randall" userId="ca2a9510-4177-4989-a82b-83511f3dbcf6" providerId="ADAL" clId="{9E56FBCC-9D2B-4AC3-B084-603993C68A6A}" dt="2025-12-31T21:54:01.941" v="1232" actId="165"/>
          <ac:cxnSpMkLst>
            <pc:docMk/>
            <pc:sldMk cId="2698811885" sldId="270"/>
            <ac:cxnSpMk id="1130" creationId="{6E9C5C23-C8AE-C7E8-0D29-9AEC51184E41}"/>
          </ac:cxnSpMkLst>
        </pc:cxnChg>
        <pc:cxnChg chg="mod">
          <ac:chgData name="Johnson, Randall" userId="ca2a9510-4177-4989-a82b-83511f3dbcf6" providerId="ADAL" clId="{9E56FBCC-9D2B-4AC3-B084-603993C68A6A}" dt="2025-12-31T21:51:50.826" v="1201" actId="1076"/>
          <ac:cxnSpMkLst>
            <pc:docMk/>
            <pc:sldMk cId="2698811885" sldId="270"/>
            <ac:cxnSpMk id="1131" creationId="{8E4860E7-F521-AFC8-16D5-309DC5BFFB37}"/>
          </ac:cxnSpMkLst>
        </pc:cxnChg>
        <pc:cxnChg chg="mod topLvl">
          <ac:chgData name="Johnson, Randall" userId="ca2a9510-4177-4989-a82b-83511f3dbcf6" providerId="ADAL" clId="{9E56FBCC-9D2B-4AC3-B084-603993C68A6A}" dt="2025-12-31T21:54:01.941" v="1232" actId="165"/>
          <ac:cxnSpMkLst>
            <pc:docMk/>
            <pc:sldMk cId="2698811885" sldId="270"/>
            <ac:cxnSpMk id="1133" creationId="{ACB9F2A7-475A-F639-897E-47CC60FE06D8}"/>
          </ac:cxnSpMkLst>
        </pc:cxnChg>
        <pc:cxnChg chg="add mod">
          <ac:chgData name="Johnson, Randall" userId="ca2a9510-4177-4989-a82b-83511f3dbcf6" providerId="ADAL" clId="{9E56FBCC-9D2B-4AC3-B084-603993C68A6A}" dt="2025-12-31T21:53:33.179" v="1227" actId="1035"/>
          <ac:cxnSpMkLst>
            <pc:docMk/>
            <pc:sldMk cId="2698811885" sldId="270"/>
            <ac:cxnSpMk id="1141" creationId="{727078BE-72CD-63EB-817A-5B9993022F5F}"/>
          </ac:cxnSpMkLst>
        </pc:cxnChg>
        <pc:cxnChg chg="add">
          <ac:chgData name="Johnson, Randall" userId="ca2a9510-4177-4989-a82b-83511f3dbcf6" providerId="ADAL" clId="{9E56FBCC-9D2B-4AC3-B084-603993C68A6A}" dt="2025-12-31T21:55:14.028" v="1249" actId="11529"/>
          <ac:cxnSpMkLst>
            <pc:docMk/>
            <pc:sldMk cId="2698811885" sldId="270"/>
            <ac:cxnSpMk id="1144" creationId="{65D6BA81-167F-5288-38BE-AAF34F2B9AFD}"/>
          </ac:cxnSpMkLst>
        </pc:cxnChg>
        <pc:cxnChg chg="add">
          <ac:chgData name="Johnson, Randall" userId="ca2a9510-4177-4989-a82b-83511f3dbcf6" providerId="ADAL" clId="{9E56FBCC-9D2B-4AC3-B084-603993C68A6A}" dt="2025-12-31T21:55:23.618" v="1250" actId="11529"/>
          <ac:cxnSpMkLst>
            <pc:docMk/>
            <pc:sldMk cId="2698811885" sldId="270"/>
            <ac:cxnSpMk id="1146" creationId="{863FDA3F-B7DA-5E19-63FC-F6570091B445}"/>
          </ac:cxnSpMkLst>
        </pc:cxnChg>
        <pc:cxnChg chg="add">
          <ac:chgData name="Johnson, Randall" userId="ca2a9510-4177-4989-a82b-83511f3dbcf6" providerId="ADAL" clId="{9E56FBCC-9D2B-4AC3-B084-603993C68A6A}" dt="2025-12-31T21:57:56.025" v="1273" actId="11529"/>
          <ac:cxnSpMkLst>
            <pc:docMk/>
            <pc:sldMk cId="2698811885" sldId="270"/>
            <ac:cxnSpMk id="1149" creationId="{6BFF3F1B-0176-1F3B-F6D4-09DC182E0EBB}"/>
          </ac:cxnSpMkLst>
        </pc:cxnChg>
        <pc:cxnChg chg="add">
          <ac:chgData name="Johnson, Randall" userId="ca2a9510-4177-4989-a82b-83511f3dbcf6" providerId="ADAL" clId="{9E56FBCC-9D2B-4AC3-B084-603993C68A6A}" dt="2025-12-31T21:59:35.947" v="1300" actId="11529"/>
          <ac:cxnSpMkLst>
            <pc:docMk/>
            <pc:sldMk cId="2698811885" sldId="270"/>
            <ac:cxnSpMk id="1155" creationId="{81729E5B-8DEE-8580-F02E-4C14C930D58D}"/>
          </ac:cxnSpMkLst>
        </pc:cxnChg>
        <pc:cxnChg chg="add mod">
          <ac:chgData name="Johnson, Randall" userId="ca2a9510-4177-4989-a82b-83511f3dbcf6" providerId="ADAL" clId="{9E56FBCC-9D2B-4AC3-B084-603993C68A6A}" dt="2025-12-31T22:01:47.492" v="1322" actId="1036"/>
          <ac:cxnSpMkLst>
            <pc:docMk/>
            <pc:sldMk cId="2698811885" sldId="270"/>
            <ac:cxnSpMk id="1163" creationId="{E6CCA228-427D-ED8A-8879-4082515958F9}"/>
          </ac:cxnSpMkLst>
        </pc:cxnChg>
        <pc:cxnChg chg="add mod">
          <ac:chgData name="Johnson, Randall" userId="ca2a9510-4177-4989-a82b-83511f3dbcf6" providerId="ADAL" clId="{9E56FBCC-9D2B-4AC3-B084-603993C68A6A}" dt="2025-12-31T22:23:45.384" v="1859" actId="1036"/>
          <ac:cxnSpMkLst>
            <pc:docMk/>
            <pc:sldMk cId="2698811885" sldId="270"/>
            <ac:cxnSpMk id="1169" creationId="{2590B17D-5BB1-305E-D0DC-CE0F14A27BAA}"/>
          </ac:cxnSpMkLst>
        </pc:cxnChg>
        <pc:cxnChg chg="add">
          <ac:chgData name="Johnson, Randall" userId="ca2a9510-4177-4989-a82b-83511f3dbcf6" providerId="ADAL" clId="{9E56FBCC-9D2B-4AC3-B084-603993C68A6A}" dt="2025-12-31T22:03:22.578" v="1357" actId="11529"/>
          <ac:cxnSpMkLst>
            <pc:docMk/>
            <pc:sldMk cId="2698811885" sldId="270"/>
            <ac:cxnSpMk id="1172" creationId="{772B4380-BF10-422C-D6A9-ACEAD6681562}"/>
          </ac:cxnSpMkLst>
        </pc:cxnChg>
        <pc:cxnChg chg="add mod">
          <ac:chgData name="Johnson, Randall" userId="ca2a9510-4177-4989-a82b-83511f3dbcf6" providerId="ADAL" clId="{9E56FBCC-9D2B-4AC3-B084-603993C68A6A}" dt="2025-12-31T22:04:07.108" v="1409" actId="1035"/>
          <ac:cxnSpMkLst>
            <pc:docMk/>
            <pc:sldMk cId="2698811885" sldId="270"/>
            <ac:cxnSpMk id="1175" creationId="{AFD915BE-9CB6-6D60-7091-4614BBADD83A}"/>
          </ac:cxnSpMkLst>
        </pc:cxnChg>
        <pc:cxnChg chg="add">
          <ac:chgData name="Johnson, Randall" userId="ca2a9510-4177-4989-a82b-83511f3dbcf6" providerId="ADAL" clId="{9E56FBCC-9D2B-4AC3-B084-603993C68A6A}" dt="2025-12-31T22:04:50.787" v="1420" actId="11529"/>
          <ac:cxnSpMkLst>
            <pc:docMk/>
            <pc:sldMk cId="2698811885" sldId="270"/>
            <ac:cxnSpMk id="1179" creationId="{7CCD02BE-A7CA-7925-0838-7FE97E53D283}"/>
          </ac:cxnSpMkLst>
        </pc:cxnChg>
        <pc:cxnChg chg="add mod">
          <ac:chgData name="Johnson, Randall" userId="ca2a9510-4177-4989-a82b-83511f3dbcf6" providerId="ADAL" clId="{9E56FBCC-9D2B-4AC3-B084-603993C68A6A}" dt="2025-12-31T22:23:45.384" v="1859" actId="1036"/>
          <ac:cxnSpMkLst>
            <pc:docMk/>
            <pc:sldMk cId="2698811885" sldId="270"/>
            <ac:cxnSpMk id="1190" creationId="{09421A85-C6F6-A444-D431-1A62680F4B03}"/>
          </ac:cxnSpMkLst>
        </pc:cxnChg>
        <pc:cxnChg chg="add">
          <ac:chgData name="Johnson, Randall" userId="ca2a9510-4177-4989-a82b-83511f3dbcf6" providerId="ADAL" clId="{9E56FBCC-9D2B-4AC3-B084-603993C68A6A}" dt="2025-12-31T22:07:20.248" v="1465" actId="11529"/>
          <ac:cxnSpMkLst>
            <pc:docMk/>
            <pc:sldMk cId="2698811885" sldId="270"/>
            <ac:cxnSpMk id="1195" creationId="{967FD637-9A03-12BF-B12F-8B8EDF6CA663}"/>
          </ac:cxnSpMkLst>
        </pc:cxnChg>
        <pc:cxnChg chg="add">
          <ac:chgData name="Johnson, Randall" userId="ca2a9510-4177-4989-a82b-83511f3dbcf6" providerId="ADAL" clId="{9E56FBCC-9D2B-4AC3-B084-603993C68A6A}" dt="2025-12-31T22:07:31.509" v="1466" actId="11529"/>
          <ac:cxnSpMkLst>
            <pc:docMk/>
            <pc:sldMk cId="2698811885" sldId="270"/>
            <ac:cxnSpMk id="1197" creationId="{78F61409-DCB9-6FA2-824C-59A8B830192E}"/>
          </ac:cxnSpMkLst>
        </pc:cxnChg>
        <pc:cxnChg chg="add">
          <ac:chgData name="Johnson, Randall" userId="ca2a9510-4177-4989-a82b-83511f3dbcf6" providerId="ADAL" clId="{9E56FBCC-9D2B-4AC3-B084-603993C68A6A}" dt="2025-12-31T22:07:47.935" v="1468" actId="11529"/>
          <ac:cxnSpMkLst>
            <pc:docMk/>
            <pc:sldMk cId="2698811885" sldId="270"/>
            <ac:cxnSpMk id="1199" creationId="{2E6CE3A1-FE13-7A88-A471-F83CDB6E9646}"/>
          </ac:cxnSpMkLst>
        </pc:cxnChg>
        <pc:cxnChg chg="add">
          <ac:chgData name="Johnson, Randall" userId="ca2a9510-4177-4989-a82b-83511f3dbcf6" providerId="ADAL" clId="{9E56FBCC-9D2B-4AC3-B084-603993C68A6A}" dt="2025-12-31T22:08:35.544" v="1479" actId="11529"/>
          <ac:cxnSpMkLst>
            <pc:docMk/>
            <pc:sldMk cId="2698811885" sldId="270"/>
            <ac:cxnSpMk id="1202" creationId="{A9967F3B-3584-D3B1-3F25-B060D191119F}"/>
          </ac:cxnSpMkLst>
        </pc:cxnChg>
        <pc:cxnChg chg="add">
          <ac:chgData name="Johnson, Randall" userId="ca2a9510-4177-4989-a82b-83511f3dbcf6" providerId="ADAL" clId="{9E56FBCC-9D2B-4AC3-B084-603993C68A6A}" dt="2025-12-31T22:08:49.052" v="1482" actId="11529"/>
          <ac:cxnSpMkLst>
            <pc:docMk/>
            <pc:sldMk cId="2698811885" sldId="270"/>
            <ac:cxnSpMk id="1206" creationId="{C9EDE329-B998-DB6A-10A6-503B8F21E4A3}"/>
          </ac:cxnSpMkLst>
        </pc:cxnChg>
        <pc:cxnChg chg="add">
          <ac:chgData name="Johnson, Randall" userId="ca2a9510-4177-4989-a82b-83511f3dbcf6" providerId="ADAL" clId="{9E56FBCC-9D2B-4AC3-B084-603993C68A6A}" dt="2025-12-31T22:09:24.204" v="1495" actId="11529"/>
          <ac:cxnSpMkLst>
            <pc:docMk/>
            <pc:sldMk cId="2698811885" sldId="270"/>
            <ac:cxnSpMk id="1209" creationId="{3D974DA9-1922-431A-5A12-4F26EF0BDA9C}"/>
          </ac:cxnSpMkLst>
        </pc:cxnChg>
        <pc:cxnChg chg="add">
          <ac:chgData name="Johnson, Randall" userId="ca2a9510-4177-4989-a82b-83511f3dbcf6" providerId="ADAL" clId="{9E56FBCC-9D2B-4AC3-B084-603993C68A6A}" dt="2025-12-31T22:10:10.679" v="1498" actId="11529"/>
          <ac:cxnSpMkLst>
            <pc:docMk/>
            <pc:sldMk cId="2698811885" sldId="270"/>
            <ac:cxnSpMk id="1213" creationId="{1F939588-D667-47FE-34EB-87816CC5F362}"/>
          </ac:cxnSpMkLst>
        </pc:cxnChg>
        <pc:cxnChg chg="add del mod">
          <ac:chgData name="Johnson, Randall" userId="ca2a9510-4177-4989-a82b-83511f3dbcf6" providerId="ADAL" clId="{9E56FBCC-9D2B-4AC3-B084-603993C68A6A}" dt="2026-01-02T18:35:37.819" v="2657" actId="478"/>
          <ac:cxnSpMkLst>
            <pc:docMk/>
            <pc:sldMk cId="2698811885" sldId="270"/>
            <ac:cxnSpMk id="1223" creationId="{C628DB58-68C1-2474-3757-2FCBCD1E1C09}"/>
          </ac:cxnSpMkLst>
        </pc:cxnChg>
        <pc:cxnChg chg="add del mod">
          <ac:chgData name="Johnson, Randall" userId="ca2a9510-4177-4989-a82b-83511f3dbcf6" providerId="ADAL" clId="{9E56FBCC-9D2B-4AC3-B084-603993C68A6A}" dt="2026-01-02T18:32:44.581" v="2599" actId="478"/>
          <ac:cxnSpMkLst>
            <pc:docMk/>
            <pc:sldMk cId="2698811885" sldId="270"/>
            <ac:cxnSpMk id="1231" creationId="{EDE0A537-C344-FCE8-0A9A-FBAFCDEB1D4E}"/>
          </ac:cxnSpMkLst>
        </pc:cxnChg>
        <pc:cxnChg chg="add del mod">
          <ac:chgData name="Johnson, Randall" userId="ca2a9510-4177-4989-a82b-83511f3dbcf6" providerId="ADAL" clId="{9E56FBCC-9D2B-4AC3-B084-603993C68A6A}" dt="2026-01-02T18:30:12.185" v="2482" actId="478"/>
          <ac:cxnSpMkLst>
            <pc:docMk/>
            <pc:sldMk cId="2698811885" sldId="270"/>
            <ac:cxnSpMk id="1237" creationId="{BEA22BA5-2914-E4D3-130B-8D0FF5AA6DC6}"/>
          </ac:cxnSpMkLst>
        </pc:cxnChg>
        <pc:cxnChg chg="add mod topLvl">
          <ac:chgData name="Johnson, Randall" userId="ca2a9510-4177-4989-a82b-83511f3dbcf6" providerId="ADAL" clId="{9E56FBCC-9D2B-4AC3-B084-603993C68A6A}" dt="2025-12-31T22:34:55.525" v="2384" actId="164"/>
          <ac:cxnSpMkLst>
            <pc:docMk/>
            <pc:sldMk cId="2698811885" sldId="270"/>
            <ac:cxnSpMk id="1243" creationId="{D9D8B06A-6D93-ED9D-6D2E-5BCA86E27F7F}"/>
          </ac:cxnSpMkLst>
        </pc:cxnChg>
        <pc:cxnChg chg="add del mod topLvl">
          <ac:chgData name="Johnson, Randall" userId="ca2a9510-4177-4989-a82b-83511f3dbcf6" providerId="ADAL" clId="{9E56FBCC-9D2B-4AC3-B084-603993C68A6A}" dt="2026-01-02T18:30:26.701" v="2498" actId="478"/>
          <ac:cxnSpMkLst>
            <pc:docMk/>
            <pc:sldMk cId="2698811885" sldId="270"/>
            <ac:cxnSpMk id="1247" creationId="{B02199F0-E01B-6208-5BB6-4340E69FC21A}"/>
          </ac:cxnSpMkLst>
        </pc:cxnChg>
        <pc:cxnChg chg="add mod">
          <ac:chgData name="Johnson, Randall" userId="ca2a9510-4177-4989-a82b-83511f3dbcf6" providerId="ADAL" clId="{9E56FBCC-9D2B-4AC3-B084-603993C68A6A}" dt="2025-12-31T22:36:17.464" v="2389" actId="164"/>
          <ac:cxnSpMkLst>
            <pc:docMk/>
            <pc:sldMk cId="2698811885" sldId="270"/>
            <ac:cxnSpMk id="1263" creationId="{A8A5A110-FA3B-0B9C-E7D6-B0F743B51F11}"/>
          </ac:cxnSpMkLst>
        </pc:cxnChg>
        <pc:cxnChg chg="add mod">
          <ac:chgData name="Johnson, Randall" userId="ca2a9510-4177-4989-a82b-83511f3dbcf6" providerId="ADAL" clId="{9E56FBCC-9D2B-4AC3-B084-603993C68A6A}" dt="2026-01-02T18:32:27.760" v="2579" actId="14100"/>
          <ac:cxnSpMkLst>
            <pc:docMk/>
            <pc:sldMk cId="2698811885" sldId="270"/>
            <ac:cxnSpMk id="1266" creationId="{39534A8D-C87A-945A-90F3-AECBE258BA6C}"/>
          </ac:cxnSpMkLst>
        </pc:cxnChg>
        <pc:cxnChg chg="add">
          <ac:chgData name="Johnson, Randall" userId="ca2a9510-4177-4989-a82b-83511f3dbcf6" providerId="ADAL" clId="{9E56FBCC-9D2B-4AC3-B084-603993C68A6A}" dt="2025-12-31T22:28:52.471" v="2178" actId="11529"/>
          <ac:cxnSpMkLst>
            <pc:docMk/>
            <pc:sldMk cId="2698811885" sldId="270"/>
            <ac:cxnSpMk id="1268" creationId="{EE0AE55C-C949-1C35-73DB-21A91AF5E651}"/>
          </ac:cxnSpMkLst>
        </pc:cxnChg>
        <pc:cxnChg chg="add mod">
          <ac:chgData name="Johnson, Randall" userId="ca2a9510-4177-4989-a82b-83511f3dbcf6" providerId="ADAL" clId="{9E56FBCC-9D2B-4AC3-B084-603993C68A6A}" dt="2026-01-02T18:30:19.207" v="2496" actId="1036"/>
          <ac:cxnSpMkLst>
            <pc:docMk/>
            <pc:sldMk cId="2698811885" sldId="270"/>
            <ac:cxnSpMk id="1270" creationId="{49100354-52DE-AE9F-398B-7BF41111F135}"/>
          </ac:cxnSpMkLst>
        </pc:cxnChg>
        <pc:cxnChg chg="add del mod">
          <ac:chgData name="Johnson, Randall" userId="ca2a9510-4177-4989-a82b-83511f3dbcf6" providerId="ADAL" clId="{9E56FBCC-9D2B-4AC3-B084-603993C68A6A}" dt="2026-01-02T18:49:33.742" v="2993" actId="478"/>
          <ac:cxnSpMkLst>
            <pc:docMk/>
            <pc:sldMk cId="2698811885" sldId="270"/>
            <ac:cxnSpMk id="1276" creationId="{9CA64751-5B71-B72B-CE9B-2CE425140E47}"/>
          </ac:cxnSpMkLst>
        </pc:cxnChg>
        <pc:cxnChg chg="add del mod">
          <ac:chgData name="Johnson, Randall" userId="ca2a9510-4177-4989-a82b-83511f3dbcf6" providerId="ADAL" clId="{9E56FBCC-9D2B-4AC3-B084-603993C68A6A}" dt="2026-01-02T18:35:35.065" v="2656" actId="478"/>
          <ac:cxnSpMkLst>
            <pc:docMk/>
            <pc:sldMk cId="2698811885" sldId="270"/>
            <ac:cxnSpMk id="1280" creationId="{D9F8222A-1756-C641-1124-B52E27426C55}"/>
          </ac:cxnSpMkLst>
        </pc:cxnChg>
        <pc:cxnChg chg="add">
          <ac:chgData name="Johnson, Randall" userId="ca2a9510-4177-4989-a82b-83511f3dbcf6" providerId="ADAL" clId="{9E56FBCC-9D2B-4AC3-B084-603993C68A6A}" dt="2025-12-31T22:31:42.505" v="2219" actId="11529"/>
          <ac:cxnSpMkLst>
            <pc:docMk/>
            <pc:sldMk cId="2698811885" sldId="270"/>
            <ac:cxnSpMk id="1282" creationId="{0467E768-DFA8-1967-9FAE-D03F0FAEA5B2}"/>
          </ac:cxnSpMkLst>
        </pc:cxnChg>
        <pc:cxnChg chg="add mod">
          <ac:chgData name="Johnson, Randall" userId="ca2a9510-4177-4989-a82b-83511f3dbcf6" providerId="ADAL" clId="{9E56FBCC-9D2B-4AC3-B084-603993C68A6A}" dt="2025-12-31T22:36:17.464" v="2389" actId="164"/>
          <ac:cxnSpMkLst>
            <pc:docMk/>
            <pc:sldMk cId="2698811885" sldId="270"/>
            <ac:cxnSpMk id="1285" creationId="{C73C92A5-34C2-9A4B-C7FD-F1F07CED7278}"/>
          </ac:cxnSpMkLst>
        </pc:cxnChg>
        <pc:cxnChg chg="add mod">
          <ac:chgData name="Johnson, Randall" userId="ca2a9510-4177-4989-a82b-83511f3dbcf6" providerId="ADAL" clId="{9E56FBCC-9D2B-4AC3-B084-603993C68A6A}" dt="2025-12-31T22:36:01.292" v="2388" actId="164"/>
          <ac:cxnSpMkLst>
            <pc:docMk/>
            <pc:sldMk cId="2698811885" sldId="270"/>
            <ac:cxnSpMk id="1288" creationId="{CCDC414E-B4F0-3D91-21CB-63911B315136}"/>
          </ac:cxnSpMkLst>
        </pc:cxnChg>
        <pc:cxnChg chg="add mod">
          <ac:chgData name="Johnson, Randall" userId="ca2a9510-4177-4989-a82b-83511f3dbcf6" providerId="ADAL" clId="{9E56FBCC-9D2B-4AC3-B084-603993C68A6A}" dt="2025-12-31T22:35:29.264" v="2387" actId="164"/>
          <ac:cxnSpMkLst>
            <pc:docMk/>
            <pc:sldMk cId="2698811885" sldId="270"/>
            <ac:cxnSpMk id="1291" creationId="{10E1DD21-8734-5125-A3E4-1CC277EB947E}"/>
          </ac:cxnSpMkLst>
        </pc:cxnChg>
        <pc:cxnChg chg="add del mod">
          <ac:chgData name="Johnson, Randall" userId="ca2a9510-4177-4989-a82b-83511f3dbcf6" providerId="ADAL" clId="{9E56FBCC-9D2B-4AC3-B084-603993C68A6A}" dt="2026-01-02T19:35:35.704" v="3586" actId="478"/>
          <ac:cxnSpMkLst>
            <pc:docMk/>
            <pc:sldMk cId="2698811885" sldId="270"/>
            <ac:cxnSpMk id="1299" creationId="{318492FB-37AF-076D-7A01-FAD7BF72EE29}"/>
          </ac:cxnSpMkLst>
        </pc:cxnChg>
        <pc:cxnChg chg="add del mod">
          <ac:chgData name="Johnson, Randall" userId="ca2a9510-4177-4989-a82b-83511f3dbcf6" providerId="ADAL" clId="{9E56FBCC-9D2B-4AC3-B084-603993C68A6A}" dt="2026-01-02T19:35:35.704" v="3586" actId="478"/>
          <ac:cxnSpMkLst>
            <pc:docMk/>
            <pc:sldMk cId="2698811885" sldId="270"/>
            <ac:cxnSpMk id="1301" creationId="{5C0BE455-2D8D-5355-C616-2550E54CB3D9}"/>
          </ac:cxnSpMkLst>
        </pc:cxnChg>
        <pc:cxnChg chg="add del mod">
          <ac:chgData name="Johnson, Randall" userId="ca2a9510-4177-4989-a82b-83511f3dbcf6" providerId="ADAL" clId="{9E56FBCC-9D2B-4AC3-B084-603993C68A6A}" dt="2026-01-02T19:35:35.704" v="3586" actId="478"/>
          <ac:cxnSpMkLst>
            <pc:docMk/>
            <pc:sldMk cId="2698811885" sldId="270"/>
            <ac:cxnSpMk id="1302" creationId="{61FB4C30-9B9A-26CE-C545-B87DF62AFC8B}"/>
          </ac:cxnSpMkLst>
        </pc:cxnChg>
        <pc:cxnChg chg="add del mod">
          <ac:chgData name="Johnson, Randall" userId="ca2a9510-4177-4989-a82b-83511f3dbcf6" providerId="ADAL" clId="{9E56FBCC-9D2B-4AC3-B084-603993C68A6A}" dt="2026-01-02T19:35:35.704" v="3586" actId="478"/>
          <ac:cxnSpMkLst>
            <pc:docMk/>
            <pc:sldMk cId="2698811885" sldId="270"/>
            <ac:cxnSpMk id="1303" creationId="{568DD66B-43F1-D1AE-8A3C-F4D93E4A8044}"/>
          </ac:cxnSpMkLst>
        </pc:cxnChg>
      </pc:sldChg>
      <pc:sldChg chg="add del">
        <pc:chgData name="Johnson, Randall" userId="ca2a9510-4177-4989-a82b-83511f3dbcf6" providerId="ADAL" clId="{9E56FBCC-9D2B-4AC3-B084-603993C68A6A}" dt="2026-01-02T18:28:29.117" v="2475" actId="47"/>
        <pc:sldMkLst>
          <pc:docMk/>
          <pc:sldMk cId="937565500" sldId="271"/>
        </pc:sldMkLst>
      </pc:sldChg>
      <pc:sldChg chg="addSp delSp modSp add mod">
        <pc:chgData name="Johnson, Randall" userId="ca2a9510-4177-4989-a82b-83511f3dbcf6" providerId="ADAL" clId="{9E56FBCC-9D2B-4AC3-B084-603993C68A6A}" dt="2026-01-02T19:39:10.779" v="3618"/>
        <pc:sldMkLst>
          <pc:docMk/>
          <pc:sldMk cId="1426910706" sldId="271"/>
        </pc:sldMkLst>
        <pc:spChg chg="add mod">
          <ac:chgData name="Johnson, Randall" userId="ca2a9510-4177-4989-a82b-83511f3dbcf6" providerId="ADAL" clId="{9E56FBCC-9D2B-4AC3-B084-603993C68A6A}" dt="2026-01-02T18:48:57.268" v="2987"/>
          <ac:spMkLst>
            <pc:docMk/>
            <pc:sldMk cId="1426910706" sldId="271"/>
            <ac:spMk id="2" creationId="{9808E245-F16E-4EDF-EAF3-4E1963F38D22}"/>
          </ac:spMkLst>
        </pc:spChg>
        <pc:spChg chg="add mod">
          <ac:chgData name="Johnson, Randall" userId="ca2a9510-4177-4989-a82b-83511f3dbcf6" providerId="ADAL" clId="{9E56FBCC-9D2B-4AC3-B084-603993C68A6A}" dt="2026-01-02T18:48:57.268" v="2987"/>
          <ac:spMkLst>
            <pc:docMk/>
            <pc:sldMk cId="1426910706" sldId="271"/>
            <ac:spMk id="4" creationId="{A7076485-7D87-842C-4F59-2BA3F1F9E6EA}"/>
          </ac:spMkLst>
        </pc:spChg>
        <pc:spChg chg="add mod">
          <ac:chgData name="Johnson, Randall" userId="ca2a9510-4177-4989-a82b-83511f3dbcf6" providerId="ADAL" clId="{9E56FBCC-9D2B-4AC3-B084-603993C68A6A}" dt="2026-01-02T19:39:10.779" v="3618"/>
          <ac:spMkLst>
            <pc:docMk/>
            <pc:sldMk cId="1426910706" sldId="271"/>
            <ac:spMk id="6" creationId="{EEF74195-E740-13B6-4AE1-F0295EFE5731}"/>
          </ac:spMkLst>
        </pc:spChg>
        <pc:spChg chg="add mod">
          <ac:chgData name="Johnson, Randall" userId="ca2a9510-4177-4989-a82b-83511f3dbcf6" providerId="ADAL" clId="{9E56FBCC-9D2B-4AC3-B084-603993C68A6A}" dt="2026-01-02T19:39:10.779" v="3618"/>
          <ac:spMkLst>
            <pc:docMk/>
            <pc:sldMk cId="1426910706" sldId="271"/>
            <ac:spMk id="7" creationId="{62B759C9-6E43-7EC5-6396-439DE00CBF8D}"/>
          </ac:spMkLst>
        </pc:spChg>
        <pc:spChg chg="add mod">
          <ac:chgData name="Johnson, Randall" userId="ca2a9510-4177-4989-a82b-83511f3dbcf6" providerId="ADAL" clId="{9E56FBCC-9D2B-4AC3-B084-603993C68A6A}" dt="2026-01-02T19:39:10.779" v="3618"/>
          <ac:spMkLst>
            <pc:docMk/>
            <pc:sldMk cId="1426910706" sldId="271"/>
            <ac:spMk id="8" creationId="{587DDECB-057B-7842-F17B-FFDD266CF8CC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084" creationId="{9C68F635-C6A6-3D7B-594E-0C09AB5EB02A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085" creationId="{78930425-26ED-1ACC-107C-38E35A06BE2E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086" creationId="{7F2E8F8A-B98B-F213-8D52-92EDED47BCFA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088" creationId="{E244D40B-03DE-6218-0920-CD2E5305B7D9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099" creationId="{6AE0A197-DFAB-3116-C3DF-E3BC77700672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106" creationId="{3F1B4B62-BFA2-9602-DA22-7FAE76AB0603}"/>
          </ac:spMkLst>
        </pc:spChg>
        <pc:spChg chg="mod topLvl">
          <ac:chgData name="Johnson, Randall" userId="ca2a9510-4177-4989-a82b-83511f3dbcf6" providerId="ADAL" clId="{9E56FBCC-9D2B-4AC3-B084-603993C68A6A}" dt="2026-01-02T18:49:21.401" v="2989" actId="165"/>
          <ac:spMkLst>
            <pc:docMk/>
            <pc:sldMk cId="1426910706" sldId="271"/>
            <ac:spMk id="1142" creationId="{B447BD35-2A02-3BC0-C830-97E6D38F9112}"/>
          </ac:spMkLst>
        </pc:spChg>
        <pc:spChg chg="mod topLvl">
          <ac:chgData name="Johnson, Randall" userId="ca2a9510-4177-4989-a82b-83511f3dbcf6" providerId="ADAL" clId="{9E56FBCC-9D2B-4AC3-B084-603993C68A6A}" dt="2026-01-02T18:49:14.892" v="2988" actId="165"/>
          <ac:spMkLst>
            <pc:docMk/>
            <pc:sldMk cId="1426910706" sldId="271"/>
            <ac:spMk id="1259" creationId="{C469C3A6-BFAA-8492-AF5A-D905D9AF8621}"/>
          </ac:spMkLst>
        </pc:spChg>
        <pc:spChg chg="del mod topLvl">
          <ac:chgData name="Johnson, Randall" userId="ca2a9510-4177-4989-a82b-83511f3dbcf6" providerId="ADAL" clId="{9E56FBCC-9D2B-4AC3-B084-603993C68A6A}" dt="2026-01-02T18:49:24.702" v="2990" actId="478"/>
          <ac:spMkLst>
            <pc:docMk/>
            <pc:sldMk cId="1426910706" sldId="271"/>
            <ac:spMk id="1271" creationId="{6CC891A7-9CB9-AB62-ADA2-64F925AA24FF}"/>
          </ac:spMkLst>
        </pc:spChg>
        <pc:spChg chg="mod topLvl">
          <ac:chgData name="Johnson, Randall" userId="ca2a9510-4177-4989-a82b-83511f3dbcf6" providerId="ADAL" clId="{9E56FBCC-9D2B-4AC3-B084-603993C68A6A}" dt="2026-01-02T18:49:14.892" v="2988" actId="165"/>
          <ac:spMkLst>
            <pc:docMk/>
            <pc:sldMk cId="1426910706" sldId="271"/>
            <ac:spMk id="1283" creationId="{9F6E3B9D-22AF-F0AC-A84F-61B98505BA47}"/>
          </ac:spMkLst>
        </pc:spChg>
        <pc:grpChg chg="del">
          <ac:chgData name="Johnson, Randall" userId="ca2a9510-4177-4989-a82b-83511f3dbcf6" providerId="ADAL" clId="{9E56FBCC-9D2B-4AC3-B084-603993C68A6A}" dt="2026-01-02T18:49:21.401" v="2989" actId="165"/>
          <ac:grpSpMkLst>
            <pc:docMk/>
            <pc:sldMk cId="1426910706" sldId="271"/>
            <ac:grpSpMk id="1261" creationId="{75F095E4-C17B-2349-0992-BAF948676DC4}"/>
          </ac:grpSpMkLst>
        </pc:grpChg>
        <pc:cxnChg chg="add mod">
          <ac:chgData name="Johnson, Randall" userId="ca2a9510-4177-4989-a82b-83511f3dbcf6" providerId="ADAL" clId="{9E56FBCC-9D2B-4AC3-B084-603993C68A6A}" dt="2026-01-02T18:48:57.268" v="2987"/>
          <ac:cxnSpMkLst>
            <pc:docMk/>
            <pc:sldMk cId="1426910706" sldId="271"/>
            <ac:cxnSpMk id="3" creationId="{3690630A-900A-EFAF-D1BB-78BCAC81BBA6}"/>
          </ac:cxnSpMkLst>
        </pc:cxnChg>
        <pc:cxnChg chg="add mod">
          <ac:chgData name="Johnson, Randall" userId="ca2a9510-4177-4989-a82b-83511f3dbcf6" providerId="ADAL" clId="{9E56FBCC-9D2B-4AC3-B084-603993C68A6A}" dt="2026-01-02T18:48:57.268" v="2987"/>
          <ac:cxnSpMkLst>
            <pc:docMk/>
            <pc:sldMk cId="1426910706" sldId="271"/>
            <ac:cxnSpMk id="5" creationId="{6E6B0BB3-086C-B440-4C7E-88730C9F1A5A}"/>
          </ac:cxnSpMkLst>
        </pc:cxnChg>
        <pc:cxnChg chg="mod topLvl">
          <ac:chgData name="Johnson, Randall" userId="ca2a9510-4177-4989-a82b-83511f3dbcf6" providerId="ADAL" clId="{9E56FBCC-9D2B-4AC3-B084-603993C68A6A}" dt="2026-01-02T18:49:21.401" v="2989" actId="165"/>
          <ac:cxnSpMkLst>
            <pc:docMk/>
            <pc:sldMk cId="1426910706" sldId="271"/>
            <ac:cxnSpMk id="1102" creationId="{CDA39C35-CB69-068A-298D-D6D032EDD6BE}"/>
          </ac:cxnSpMkLst>
        </pc:cxnChg>
        <pc:cxnChg chg="mod topLvl">
          <ac:chgData name="Johnson, Randall" userId="ca2a9510-4177-4989-a82b-83511f3dbcf6" providerId="ADAL" clId="{9E56FBCC-9D2B-4AC3-B084-603993C68A6A}" dt="2026-01-02T18:49:21.401" v="2989" actId="165"/>
          <ac:cxnSpMkLst>
            <pc:docMk/>
            <pc:sldMk cId="1426910706" sldId="271"/>
            <ac:cxnSpMk id="1104" creationId="{129DB7FA-ED5A-3390-3030-6E92E75BCA36}"/>
          </ac:cxnSpMkLst>
        </pc:cxnChg>
        <pc:cxnChg chg="del mod">
          <ac:chgData name="Johnson, Randall" userId="ca2a9510-4177-4989-a82b-83511f3dbcf6" providerId="ADAL" clId="{9E56FBCC-9D2B-4AC3-B084-603993C68A6A}" dt="2026-01-02T18:49:27.244" v="2991" actId="478"/>
          <ac:cxnSpMkLst>
            <pc:docMk/>
            <pc:sldMk cId="1426910706" sldId="271"/>
            <ac:cxnSpMk id="1276" creationId="{E35257E2-65CD-A8CF-F61E-4F4E593EA398}"/>
          </ac:cxnSpMkLst>
        </pc:cxnChg>
        <pc:cxnChg chg="mod">
          <ac:chgData name="Johnson, Randall" userId="ca2a9510-4177-4989-a82b-83511f3dbcf6" providerId="ADAL" clId="{9E56FBCC-9D2B-4AC3-B084-603993C68A6A}" dt="2026-01-02T18:31:34.271" v="2508" actId="692"/>
          <ac:cxnSpMkLst>
            <pc:docMk/>
            <pc:sldMk cId="1426910706" sldId="271"/>
            <ac:cxnSpMk id="1299" creationId="{9646D8D8-5166-B211-5421-81F7D2266C42}"/>
          </ac:cxnSpMkLst>
        </pc:cxnChg>
        <pc:cxnChg chg="del">
          <ac:chgData name="Johnson, Randall" userId="ca2a9510-4177-4989-a82b-83511f3dbcf6" providerId="ADAL" clId="{9E56FBCC-9D2B-4AC3-B084-603993C68A6A}" dt="2026-01-02T18:30:39.953" v="2499" actId="478"/>
          <ac:cxnSpMkLst>
            <pc:docMk/>
            <pc:sldMk cId="1426910706" sldId="271"/>
            <ac:cxnSpMk id="1301" creationId="{5410BF73-4054-4790-B205-6DC5FD5D4786}"/>
          </ac:cxnSpMkLst>
        </pc:cxnChg>
        <pc:cxnChg chg="mod">
          <ac:chgData name="Johnson, Randall" userId="ca2a9510-4177-4989-a82b-83511f3dbcf6" providerId="ADAL" clId="{9E56FBCC-9D2B-4AC3-B084-603993C68A6A}" dt="2026-01-02T18:31:09.676" v="2502" actId="692"/>
          <ac:cxnSpMkLst>
            <pc:docMk/>
            <pc:sldMk cId="1426910706" sldId="271"/>
            <ac:cxnSpMk id="1302" creationId="{3430EB18-AA94-A265-8B30-859233BD422B}"/>
          </ac:cxnSpMkLst>
        </pc:cxnChg>
        <pc:cxnChg chg="mod">
          <ac:chgData name="Johnson, Randall" userId="ca2a9510-4177-4989-a82b-83511f3dbcf6" providerId="ADAL" clId="{9E56FBCC-9D2B-4AC3-B084-603993C68A6A}" dt="2026-01-02T18:31:24.378" v="2505" actId="692"/>
          <ac:cxnSpMkLst>
            <pc:docMk/>
            <pc:sldMk cId="1426910706" sldId="271"/>
            <ac:cxnSpMk id="1303" creationId="{820887C1-51D3-882B-3F29-8780DADC959D}"/>
          </ac:cxnSpMkLst>
        </pc:cxnChg>
      </pc:sldChg>
      <pc:sldChg chg="add del">
        <pc:chgData name="Johnson, Randall" userId="ca2a9510-4177-4989-a82b-83511f3dbcf6" providerId="ADAL" clId="{9E56FBCC-9D2B-4AC3-B084-603993C68A6A}" dt="2026-01-02T18:28:28.052" v="2474" actId="47"/>
        <pc:sldMkLst>
          <pc:docMk/>
          <pc:sldMk cId="510735659" sldId="272"/>
        </pc:sldMkLst>
      </pc:sldChg>
      <pc:sldChg chg="addSp delSp modSp add mod ord">
        <pc:chgData name="Johnson, Randall" userId="ca2a9510-4177-4989-a82b-83511f3dbcf6" providerId="ADAL" clId="{9E56FBCC-9D2B-4AC3-B084-603993C68A6A}" dt="2026-01-02T19:38:14.182" v="3604"/>
        <pc:sldMkLst>
          <pc:docMk/>
          <pc:sldMk cId="859291653" sldId="272"/>
        </pc:sldMkLst>
        <pc:spChg chg="add del mod">
          <ac:chgData name="Johnson, Randall" userId="ca2a9510-4177-4989-a82b-83511f3dbcf6" providerId="ADAL" clId="{9E56FBCC-9D2B-4AC3-B084-603993C68A6A}" dt="2026-01-02T19:23:03.288" v="3161" actId="478"/>
          <ac:spMkLst>
            <pc:docMk/>
            <pc:sldMk cId="859291653" sldId="272"/>
            <ac:spMk id="15" creationId="{0C204E4E-E5D9-AFEC-BE5D-182A2D4F22A5}"/>
          </ac:spMkLst>
        </pc:spChg>
        <pc:spChg chg="add mod">
          <ac:chgData name="Johnson, Randall" userId="ca2a9510-4177-4989-a82b-83511f3dbcf6" providerId="ADAL" clId="{9E56FBCC-9D2B-4AC3-B084-603993C68A6A}" dt="2026-01-02T19:28:48.775" v="3486" actId="1037"/>
          <ac:spMkLst>
            <pc:docMk/>
            <pc:sldMk cId="859291653" sldId="272"/>
            <ac:spMk id="24" creationId="{96DB70E0-9C67-3896-0001-F73D5F7FA2DA}"/>
          </ac:spMkLst>
        </pc:spChg>
        <pc:spChg chg="add mod">
          <ac:chgData name="Johnson, Randall" userId="ca2a9510-4177-4989-a82b-83511f3dbcf6" providerId="ADAL" clId="{9E56FBCC-9D2B-4AC3-B084-603993C68A6A}" dt="2026-01-02T19:38:14.182" v="3604"/>
          <ac:spMkLst>
            <pc:docMk/>
            <pc:sldMk cId="859291653" sldId="272"/>
            <ac:spMk id="30" creationId="{77FEDA9E-E518-3BDA-B258-42288476DD61}"/>
          </ac:spMkLst>
        </pc:spChg>
        <pc:spChg chg="add mod">
          <ac:chgData name="Johnson, Randall" userId="ca2a9510-4177-4989-a82b-83511f3dbcf6" providerId="ADAL" clId="{9E56FBCC-9D2B-4AC3-B084-603993C68A6A}" dt="2026-01-02T19:38:14.182" v="3604"/>
          <ac:spMkLst>
            <pc:docMk/>
            <pc:sldMk cId="859291653" sldId="272"/>
            <ac:spMk id="31" creationId="{1C77783A-1184-A5E7-30CA-F95A15E0EDE5}"/>
          </ac:spMkLst>
        </pc:spChg>
        <pc:spChg chg="add mod">
          <ac:chgData name="Johnson, Randall" userId="ca2a9510-4177-4989-a82b-83511f3dbcf6" providerId="ADAL" clId="{9E56FBCC-9D2B-4AC3-B084-603993C68A6A}" dt="2026-01-02T19:38:14.182" v="3604"/>
          <ac:spMkLst>
            <pc:docMk/>
            <pc:sldMk cId="859291653" sldId="272"/>
            <ac:spMk id="32" creationId="{1F4F05E6-4FD2-E9ED-9566-97862E3A7F35}"/>
          </ac:spMkLst>
        </pc:spChg>
        <pc:spChg chg="del">
          <ac:chgData name="Johnson, Randall" userId="ca2a9510-4177-4989-a82b-83511f3dbcf6" providerId="ADAL" clId="{9E56FBCC-9D2B-4AC3-B084-603993C68A6A}" dt="2026-01-02T19:29:29.201" v="3501" actId="478"/>
          <ac:spMkLst>
            <pc:docMk/>
            <pc:sldMk cId="859291653" sldId="272"/>
            <ac:spMk id="1077" creationId="{8A45F432-347F-E909-DA5B-546E34A8005B}"/>
          </ac:spMkLst>
        </pc:spChg>
        <pc:spChg chg="del">
          <ac:chgData name="Johnson, Randall" userId="ca2a9510-4177-4989-a82b-83511f3dbcf6" providerId="ADAL" clId="{9E56FBCC-9D2B-4AC3-B084-603993C68A6A}" dt="2026-01-02T19:28:15.765" v="3410" actId="478"/>
          <ac:spMkLst>
            <pc:docMk/>
            <pc:sldMk cId="859291653" sldId="272"/>
            <ac:spMk id="1106" creationId="{BEF5E3F8-6123-852E-913D-7A125A4B32EC}"/>
          </ac:spMkLst>
        </pc:spChg>
        <pc:spChg chg="del">
          <ac:chgData name="Johnson, Randall" userId="ca2a9510-4177-4989-a82b-83511f3dbcf6" providerId="ADAL" clId="{9E56FBCC-9D2B-4AC3-B084-603993C68A6A}" dt="2026-01-02T19:26:43.235" v="3311" actId="478"/>
          <ac:spMkLst>
            <pc:docMk/>
            <pc:sldMk cId="859291653" sldId="272"/>
            <ac:spMk id="1132" creationId="{16E30E70-500B-0B6B-B61E-BDAA631A1951}"/>
          </ac:spMkLst>
        </pc:spChg>
        <pc:spChg chg="del">
          <ac:chgData name="Johnson, Randall" userId="ca2a9510-4177-4989-a82b-83511f3dbcf6" providerId="ADAL" clId="{9E56FBCC-9D2B-4AC3-B084-603993C68A6A}" dt="2026-01-02T19:27:55.758" v="3385" actId="478"/>
          <ac:spMkLst>
            <pc:docMk/>
            <pc:sldMk cId="859291653" sldId="272"/>
            <ac:spMk id="1139" creationId="{D1B16D37-C827-C8EF-6A1C-89CD0611129A}"/>
          </ac:spMkLst>
        </pc:spChg>
        <pc:spChg chg="del mod">
          <ac:chgData name="Johnson, Randall" userId="ca2a9510-4177-4989-a82b-83511f3dbcf6" providerId="ADAL" clId="{9E56FBCC-9D2B-4AC3-B084-603993C68A6A}" dt="2026-01-02T19:24:07.801" v="3289" actId="478"/>
          <ac:spMkLst>
            <pc:docMk/>
            <pc:sldMk cId="859291653" sldId="272"/>
            <ac:spMk id="1142" creationId="{93C55068-D957-80A1-7543-958F05FED1E3}"/>
          </ac:spMkLst>
        </pc:spChg>
        <pc:spChg chg="del">
          <ac:chgData name="Johnson, Randall" userId="ca2a9510-4177-4989-a82b-83511f3dbcf6" providerId="ADAL" clId="{9E56FBCC-9D2B-4AC3-B084-603993C68A6A}" dt="2026-01-02T19:25:49.212" v="3307" actId="478"/>
          <ac:spMkLst>
            <pc:docMk/>
            <pc:sldMk cId="859291653" sldId="272"/>
            <ac:spMk id="1147" creationId="{2909EEC1-687E-6435-A6F0-5C9A80BD35E9}"/>
          </ac:spMkLst>
        </pc:spChg>
        <pc:spChg chg="del">
          <ac:chgData name="Johnson, Randall" userId="ca2a9510-4177-4989-a82b-83511f3dbcf6" providerId="ADAL" clId="{9E56FBCC-9D2B-4AC3-B084-603993C68A6A}" dt="2026-01-02T19:25:54.608" v="3309" actId="478"/>
          <ac:spMkLst>
            <pc:docMk/>
            <pc:sldMk cId="859291653" sldId="272"/>
            <ac:spMk id="1151" creationId="{2A2CB892-5BE5-15ED-34DD-A7A86DD035EB}"/>
          </ac:spMkLst>
        </pc:spChg>
        <pc:spChg chg="del">
          <ac:chgData name="Johnson, Randall" userId="ca2a9510-4177-4989-a82b-83511f3dbcf6" providerId="ADAL" clId="{9E56FBCC-9D2B-4AC3-B084-603993C68A6A}" dt="2026-01-02T19:19:07.154" v="3008" actId="478"/>
          <ac:spMkLst>
            <pc:docMk/>
            <pc:sldMk cId="859291653" sldId="272"/>
            <ac:spMk id="1161" creationId="{95E01076-9033-8670-E196-5B16E51ABDBB}"/>
          </ac:spMkLst>
        </pc:spChg>
        <pc:spChg chg="del">
          <ac:chgData name="Johnson, Randall" userId="ca2a9510-4177-4989-a82b-83511f3dbcf6" providerId="ADAL" clId="{9E56FBCC-9D2B-4AC3-B084-603993C68A6A}" dt="2026-01-02T19:19:15.380" v="3010" actId="478"/>
          <ac:spMkLst>
            <pc:docMk/>
            <pc:sldMk cId="859291653" sldId="272"/>
            <ac:spMk id="1165" creationId="{9E5FCC0F-E86C-D098-2344-EDF614FC378C}"/>
          </ac:spMkLst>
        </pc:spChg>
        <pc:spChg chg="del">
          <ac:chgData name="Johnson, Randall" userId="ca2a9510-4177-4989-a82b-83511f3dbcf6" providerId="ADAL" clId="{9E56FBCC-9D2B-4AC3-B084-603993C68A6A}" dt="2026-01-02T18:46:24.504" v="2933" actId="478"/>
          <ac:spMkLst>
            <pc:docMk/>
            <pc:sldMk cId="859291653" sldId="272"/>
            <ac:spMk id="1170" creationId="{CD481022-E689-63EC-3281-A9FB9924EB06}"/>
          </ac:spMkLst>
        </pc:spChg>
        <pc:spChg chg="del">
          <ac:chgData name="Johnson, Randall" userId="ca2a9510-4177-4989-a82b-83511f3dbcf6" providerId="ADAL" clId="{9E56FBCC-9D2B-4AC3-B084-603993C68A6A}" dt="2026-01-02T18:44:53.476" v="2903" actId="478"/>
          <ac:spMkLst>
            <pc:docMk/>
            <pc:sldMk cId="859291653" sldId="272"/>
            <ac:spMk id="1173" creationId="{268875F4-A36D-D88D-32ED-A039B4A99ECA}"/>
          </ac:spMkLst>
        </pc:spChg>
        <pc:spChg chg="del">
          <ac:chgData name="Johnson, Randall" userId="ca2a9510-4177-4989-a82b-83511f3dbcf6" providerId="ADAL" clId="{9E56FBCC-9D2B-4AC3-B084-603993C68A6A}" dt="2026-01-02T18:44:01.302" v="2863" actId="478"/>
          <ac:spMkLst>
            <pc:docMk/>
            <pc:sldMk cId="859291653" sldId="272"/>
            <ac:spMk id="1177" creationId="{B9783030-61DF-31CF-D834-41EEAAA89C3A}"/>
          </ac:spMkLst>
        </pc:spChg>
        <pc:spChg chg="del">
          <ac:chgData name="Johnson, Randall" userId="ca2a9510-4177-4989-a82b-83511f3dbcf6" providerId="ADAL" clId="{9E56FBCC-9D2B-4AC3-B084-603993C68A6A}" dt="2026-01-02T18:41:57.632" v="2832" actId="478"/>
          <ac:spMkLst>
            <pc:docMk/>
            <pc:sldMk cId="859291653" sldId="272"/>
            <ac:spMk id="1188" creationId="{3CF8D2B1-EC79-5159-E57B-E232ACCF8DBF}"/>
          </ac:spMkLst>
        </pc:spChg>
        <pc:spChg chg="del">
          <ac:chgData name="Johnson, Randall" userId="ca2a9510-4177-4989-a82b-83511f3dbcf6" providerId="ADAL" clId="{9E56FBCC-9D2B-4AC3-B084-603993C68A6A}" dt="2026-01-02T18:40:20.932" v="2786" actId="478"/>
          <ac:spMkLst>
            <pc:docMk/>
            <pc:sldMk cId="859291653" sldId="272"/>
            <ac:spMk id="1191" creationId="{5D15069D-EA1B-9171-C663-8C8B1FDF6578}"/>
          </ac:spMkLst>
        </pc:spChg>
        <pc:spChg chg="del">
          <ac:chgData name="Johnson, Randall" userId="ca2a9510-4177-4989-a82b-83511f3dbcf6" providerId="ADAL" clId="{9E56FBCC-9D2B-4AC3-B084-603993C68A6A}" dt="2026-01-02T18:37:47.024" v="2679" actId="478"/>
          <ac:spMkLst>
            <pc:docMk/>
            <pc:sldMk cId="859291653" sldId="272"/>
            <ac:spMk id="1200" creationId="{8DB11F11-869E-031B-7AE9-143114F65102}"/>
          </ac:spMkLst>
        </pc:spChg>
        <pc:spChg chg="del">
          <ac:chgData name="Johnson, Randall" userId="ca2a9510-4177-4989-a82b-83511f3dbcf6" providerId="ADAL" clId="{9E56FBCC-9D2B-4AC3-B084-603993C68A6A}" dt="2026-01-02T18:36:50.858" v="2673" actId="478"/>
          <ac:spMkLst>
            <pc:docMk/>
            <pc:sldMk cId="859291653" sldId="272"/>
            <ac:spMk id="1207" creationId="{4C084EF1-D90C-583B-2AB7-9971E79C3C16}"/>
          </ac:spMkLst>
        </pc:spChg>
        <pc:spChg chg="del mod">
          <ac:chgData name="Johnson, Randall" userId="ca2a9510-4177-4989-a82b-83511f3dbcf6" providerId="ADAL" clId="{9E56FBCC-9D2B-4AC3-B084-603993C68A6A}" dt="2026-01-02T18:34:41.518" v="2650" actId="478"/>
          <ac:spMkLst>
            <pc:docMk/>
            <pc:sldMk cId="859291653" sldId="272"/>
            <ac:spMk id="1216" creationId="{B5C5623C-962B-4634-9C5A-838B4D9474D5}"/>
          </ac:spMkLst>
        </pc:spChg>
        <pc:spChg chg="mod">
          <ac:chgData name="Johnson, Randall" userId="ca2a9510-4177-4989-a82b-83511f3dbcf6" providerId="ADAL" clId="{9E56FBCC-9D2B-4AC3-B084-603993C68A6A}" dt="2026-01-02T19:27:10.053" v="3382" actId="1038"/>
          <ac:spMkLst>
            <pc:docMk/>
            <pc:sldMk cId="859291653" sldId="272"/>
            <ac:spMk id="1257" creationId="{6BA05351-057D-4DB4-0A5C-5BBFF12BFD93}"/>
          </ac:spMkLst>
        </pc:spChg>
        <pc:spChg chg="mod">
          <ac:chgData name="Johnson, Randall" userId="ca2a9510-4177-4989-a82b-83511f3dbcf6" providerId="ADAL" clId="{9E56FBCC-9D2B-4AC3-B084-603993C68A6A}" dt="2026-01-02T19:29:40.355" v="3525" actId="1038"/>
          <ac:spMkLst>
            <pc:docMk/>
            <pc:sldMk cId="859291653" sldId="272"/>
            <ac:spMk id="1258" creationId="{25D5D401-434D-CD3A-AD06-BF99C2BF00FB}"/>
          </ac:spMkLst>
        </pc:spChg>
        <pc:spChg chg="mod">
          <ac:chgData name="Johnson, Randall" userId="ca2a9510-4177-4989-a82b-83511f3dbcf6" providerId="ADAL" clId="{9E56FBCC-9D2B-4AC3-B084-603993C68A6A}" dt="2026-01-02T19:28:54.283" v="3496" actId="1038"/>
          <ac:spMkLst>
            <pc:docMk/>
            <pc:sldMk cId="859291653" sldId="272"/>
            <ac:spMk id="1259" creationId="{5FED250D-DCBC-4445-B23E-F2E6F506A48F}"/>
          </ac:spMkLst>
        </pc:spChg>
        <pc:spChg chg="del mod">
          <ac:chgData name="Johnson, Randall" userId="ca2a9510-4177-4989-a82b-83511f3dbcf6" providerId="ADAL" clId="{9E56FBCC-9D2B-4AC3-B084-603993C68A6A}" dt="2026-01-02T19:24:01.004" v="3286" actId="478"/>
          <ac:spMkLst>
            <pc:docMk/>
            <pc:sldMk cId="859291653" sldId="272"/>
            <ac:spMk id="1271" creationId="{DDF1C000-6372-6A49-31DE-C4B7E30C4127}"/>
          </ac:spMkLst>
        </pc:spChg>
        <pc:spChg chg="mod">
          <ac:chgData name="Johnson, Randall" userId="ca2a9510-4177-4989-a82b-83511f3dbcf6" providerId="ADAL" clId="{9E56FBCC-9D2B-4AC3-B084-603993C68A6A}" dt="2026-01-02T19:29:43.860" v="3539" actId="1037"/>
          <ac:spMkLst>
            <pc:docMk/>
            <pc:sldMk cId="859291653" sldId="272"/>
            <ac:spMk id="1272" creationId="{86E4DA1B-196E-803F-12BE-FB55B918D862}"/>
          </ac:spMkLst>
        </pc:spChg>
        <pc:spChg chg="mod">
          <ac:chgData name="Johnson, Randall" userId="ca2a9510-4177-4989-a82b-83511f3dbcf6" providerId="ADAL" clId="{9E56FBCC-9D2B-4AC3-B084-603993C68A6A}" dt="2026-01-02T19:27:05.683" v="3373" actId="1037"/>
          <ac:spMkLst>
            <pc:docMk/>
            <pc:sldMk cId="859291653" sldId="272"/>
            <ac:spMk id="1273" creationId="{93FF3A3A-9011-2459-3AF7-B9E14EBB5766}"/>
          </ac:spMkLst>
        </pc:spChg>
        <pc:spChg chg="del mod">
          <ac:chgData name="Johnson, Randall" userId="ca2a9510-4177-4989-a82b-83511f3dbcf6" providerId="ADAL" clId="{9E56FBCC-9D2B-4AC3-B084-603993C68A6A}" dt="2026-01-02T19:28:18.973" v="3412" actId="478"/>
          <ac:spMkLst>
            <pc:docMk/>
            <pc:sldMk cId="859291653" sldId="272"/>
            <ac:spMk id="1283" creationId="{E159E546-617D-0EAD-15BA-8C835719ED7E}"/>
          </ac:spMkLst>
        </pc:spChg>
        <pc:spChg chg="del mod">
          <ac:chgData name="Johnson, Randall" userId="ca2a9510-4177-4989-a82b-83511f3dbcf6" providerId="ADAL" clId="{9E56FBCC-9D2B-4AC3-B084-603993C68A6A}" dt="2026-01-02T19:29:25.639" v="3499" actId="478"/>
          <ac:spMkLst>
            <pc:docMk/>
            <pc:sldMk cId="859291653" sldId="272"/>
            <ac:spMk id="1286" creationId="{078E9299-8FB5-6DF6-B5AD-B13C3837A323}"/>
          </ac:spMkLst>
        </pc:spChg>
        <pc:spChg chg="del mod">
          <ac:chgData name="Johnson, Randall" userId="ca2a9510-4177-4989-a82b-83511f3dbcf6" providerId="ADAL" clId="{9E56FBCC-9D2B-4AC3-B084-603993C68A6A}" dt="2026-01-02T19:26:45.480" v="3312" actId="478"/>
          <ac:spMkLst>
            <pc:docMk/>
            <pc:sldMk cId="859291653" sldId="272"/>
            <ac:spMk id="1289" creationId="{0B955B2F-0176-96F2-D6C7-B8B5BCE473BE}"/>
          </ac:spMkLst>
        </pc:spChg>
        <pc:picChg chg="mod">
          <ac:chgData name="Johnson, Randall" userId="ca2a9510-4177-4989-a82b-83511f3dbcf6" providerId="ADAL" clId="{9E56FBCC-9D2B-4AC3-B084-603993C68A6A}" dt="2026-01-02T19:28:42.626" v="3462" actId="1037"/>
          <ac:picMkLst>
            <pc:docMk/>
            <pc:sldMk cId="859291653" sldId="272"/>
            <ac:picMk id="1255" creationId="{ED25705B-87A1-7E71-4B99-BCBD3DD15DF9}"/>
          </ac:picMkLst>
        </pc:picChg>
        <pc:cxnChg chg="add del mod">
          <ac:chgData name="Johnson, Randall" userId="ca2a9510-4177-4989-a82b-83511f3dbcf6" providerId="ADAL" clId="{9E56FBCC-9D2B-4AC3-B084-603993C68A6A}" dt="2026-01-02T19:23:05.290" v="3162" actId="478"/>
          <ac:cxnSpMkLst>
            <pc:docMk/>
            <pc:sldMk cId="859291653" sldId="272"/>
            <ac:cxnSpMk id="16" creationId="{0D5CA090-11DA-04A0-B261-A2855007C1BB}"/>
          </ac:cxnSpMkLst>
        </pc:cxnChg>
        <pc:cxnChg chg="add mod">
          <ac:chgData name="Johnson, Randall" userId="ca2a9510-4177-4989-a82b-83511f3dbcf6" providerId="ADAL" clId="{9E56FBCC-9D2B-4AC3-B084-603993C68A6A}" dt="2026-01-02T19:28:48.775" v="3486" actId="1037"/>
          <ac:cxnSpMkLst>
            <pc:docMk/>
            <pc:sldMk cId="859291653" sldId="272"/>
            <ac:cxnSpMk id="25" creationId="{155C40D9-591D-4E30-7197-031D5A697949}"/>
          </ac:cxnSpMkLst>
        </pc:cxnChg>
        <pc:cxnChg chg="del mod">
          <ac:chgData name="Johnson, Randall" userId="ca2a9510-4177-4989-a82b-83511f3dbcf6" providerId="ADAL" clId="{9E56FBCC-9D2B-4AC3-B084-603993C68A6A}" dt="2026-01-02T19:29:35.970" v="3502" actId="478"/>
          <ac:cxnSpMkLst>
            <pc:docMk/>
            <pc:sldMk cId="859291653" sldId="272"/>
            <ac:cxnSpMk id="1081" creationId="{85F0BE39-BEDE-474E-3638-392A5D005D91}"/>
          </ac:cxnSpMkLst>
        </pc:cxnChg>
        <pc:cxnChg chg="del mod">
          <ac:chgData name="Johnson, Randall" userId="ca2a9510-4177-4989-a82b-83511f3dbcf6" providerId="ADAL" clId="{9E56FBCC-9D2B-4AC3-B084-603993C68A6A}" dt="2026-01-02T19:28:24.016" v="3414" actId="478"/>
          <ac:cxnSpMkLst>
            <pc:docMk/>
            <pc:sldMk cId="859291653" sldId="272"/>
            <ac:cxnSpMk id="1107" creationId="{98252DB0-00B0-BFF3-6E3E-7DCA18D9D99B}"/>
          </ac:cxnSpMkLst>
        </pc:cxnChg>
        <pc:cxnChg chg="del mod">
          <ac:chgData name="Johnson, Randall" userId="ca2a9510-4177-4989-a82b-83511f3dbcf6" providerId="ADAL" clId="{9E56FBCC-9D2B-4AC3-B084-603993C68A6A}" dt="2026-01-02T19:26:50.806" v="3314" actId="478"/>
          <ac:cxnSpMkLst>
            <pc:docMk/>
            <pc:sldMk cId="859291653" sldId="272"/>
            <ac:cxnSpMk id="1133" creationId="{25162124-22DB-82CF-4EDA-811DCAC98A92}"/>
          </ac:cxnSpMkLst>
        </pc:cxnChg>
        <pc:cxnChg chg="del mod">
          <ac:chgData name="Johnson, Randall" userId="ca2a9510-4177-4989-a82b-83511f3dbcf6" providerId="ADAL" clId="{9E56FBCC-9D2B-4AC3-B084-603993C68A6A}" dt="2026-01-02T19:28:06.881" v="3408" actId="478"/>
          <ac:cxnSpMkLst>
            <pc:docMk/>
            <pc:sldMk cId="859291653" sldId="272"/>
            <ac:cxnSpMk id="1141" creationId="{538C70AA-B50A-512E-B979-041C97C3895B}"/>
          </ac:cxnSpMkLst>
        </pc:cxnChg>
        <pc:cxnChg chg="del mod">
          <ac:chgData name="Johnson, Randall" userId="ca2a9510-4177-4989-a82b-83511f3dbcf6" providerId="ADAL" clId="{9E56FBCC-9D2B-4AC3-B084-603993C68A6A}" dt="2026-01-02T19:24:09.587" v="3290" actId="478"/>
          <ac:cxnSpMkLst>
            <pc:docMk/>
            <pc:sldMk cId="859291653" sldId="272"/>
            <ac:cxnSpMk id="1144" creationId="{D5C18C7C-810D-28AA-21E7-3E73A8347471}"/>
          </ac:cxnSpMkLst>
        </pc:cxnChg>
        <pc:cxnChg chg="del mod">
          <ac:chgData name="Johnson, Randall" userId="ca2a9510-4177-4989-a82b-83511f3dbcf6" providerId="ADAL" clId="{9E56FBCC-9D2B-4AC3-B084-603993C68A6A}" dt="2026-01-02T19:24:11.383" v="3291" actId="478"/>
          <ac:cxnSpMkLst>
            <pc:docMk/>
            <pc:sldMk cId="859291653" sldId="272"/>
            <ac:cxnSpMk id="1146" creationId="{49FC0CB0-D007-72C3-F3F7-36893BB1A6B0}"/>
          </ac:cxnSpMkLst>
        </pc:cxnChg>
        <pc:cxnChg chg="del mod">
          <ac:chgData name="Johnson, Randall" userId="ca2a9510-4177-4989-a82b-83511f3dbcf6" providerId="ADAL" clId="{9E56FBCC-9D2B-4AC3-B084-603993C68A6A}" dt="2026-01-02T19:25:52.139" v="3308" actId="478"/>
          <ac:cxnSpMkLst>
            <pc:docMk/>
            <pc:sldMk cId="859291653" sldId="272"/>
            <ac:cxnSpMk id="1149" creationId="{619E3B87-2DED-8773-C0DF-356F89927680}"/>
          </ac:cxnSpMkLst>
        </pc:cxnChg>
        <pc:cxnChg chg="del mod">
          <ac:chgData name="Johnson, Randall" userId="ca2a9510-4177-4989-a82b-83511f3dbcf6" providerId="ADAL" clId="{9E56FBCC-9D2B-4AC3-B084-603993C68A6A}" dt="2026-01-02T19:25:56.578" v="3310" actId="478"/>
          <ac:cxnSpMkLst>
            <pc:docMk/>
            <pc:sldMk cId="859291653" sldId="272"/>
            <ac:cxnSpMk id="1155" creationId="{737E584A-A37E-52FF-0D1D-D0CFED0609F3}"/>
          </ac:cxnSpMkLst>
        </pc:cxnChg>
        <pc:cxnChg chg="del mod">
          <ac:chgData name="Johnson, Randall" userId="ca2a9510-4177-4989-a82b-83511f3dbcf6" providerId="ADAL" clId="{9E56FBCC-9D2B-4AC3-B084-603993C68A6A}" dt="2026-01-02T19:19:11.159" v="3009" actId="478"/>
          <ac:cxnSpMkLst>
            <pc:docMk/>
            <pc:sldMk cId="859291653" sldId="272"/>
            <ac:cxnSpMk id="1163" creationId="{3FF079AA-FF57-CD5D-4992-FE92A92348AB}"/>
          </ac:cxnSpMkLst>
        </pc:cxnChg>
        <pc:cxnChg chg="del mod">
          <ac:chgData name="Johnson, Randall" userId="ca2a9510-4177-4989-a82b-83511f3dbcf6" providerId="ADAL" clId="{9E56FBCC-9D2B-4AC3-B084-603993C68A6A}" dt="2026-01-02T19:19:17.492" v="3011" actId="478"/>
          <ac:cxnSpMkLst>
            <pc:docMk/>
            <pc:sldMk cId="859291653" sldId="272"/>
            <ac:cxnSpMk id="1169" creationId="{1D266F01-615F-93C7-3896-495AAA7C378C}"/>
          </ac:cxnSpMkLst>
        </pc:cxnChg>
        <pc:cxnChg chg="del mod">
          <ac:chgData name="Johnson, Randall" userId="ca2a9510-4177-4989-a82b-83511f3dbcf6" providerId="ADAL" clId="{9E56FBCC-9D2B-4AC3-B084-603993C68A6A}" dt="2026-01-02T18:46:26.174" v="2934" actId="478"/>
          <ac:cxnSpMkLst>
            <pc:docMk/>
            <pc:sldMk cId="859291653" sldId="272"/>
            <ac:cxnSpMk id="1172" creationId="{B6908071-2EDE-6875-3DF3-8D9D8F4A426A}"/>
          </ac:cxnSpMkLst>
        </pc:cxnChg>
        <pc:cxnChg chg="del mod">
          <ac:chgData name="Johnson, Randall" userId="ca2a9510-4177-4989-a82b-83511f3dbcf6" providerId="ADAL" clId="{9E56FBCC-9D2B-4AC3-B084-603993C68A6A}" dt="2026-01-02T18:44:55.522" v="2904" actId="478"/>
          <ac:cxnSpMkLst>
            <pc:docMk/>
            <pc:sldMk cId="859291653" sldId="272"/>
            <ac:cxnSpMk id="1175" creationId="{5A190C3E-EFD0-6781-E7F3-758FD934555A}"/>
          </ac:cxnSpMkLst>
        </pc:cxnChg>
        <pc:cxnChg chg="del mod">
          <ac:chgData name="Johnson, Randall" userId="ca2a9510-4177-4989-a82b-83511f3dbcf6" providerId="ADAL" clId="{9E56FBCC-9D2B-4AC3-B084-603993C68A6A}" dt="2026-01-02T18:44:04.569" v="2864" actId="478"/>
          <ac:cxnSpMkLst>
            <pc:docMk/>
            <pc:sldMk cId="859291653" sldId="272"/>
            <ac:cxnSpMk id="1179" creationId="{664D9870-F760-96FC-E42A-B485D5833E7F}"/>
          </ac:cxnSpMkLst>
        </pc:cxnChg>
        <pc:cxnChg chg="del mod">
          <ac:chgData name="Johnson, Randall" userId="ca2a9510-4177-4989-a82b-83511f3dbcf6" providerId="ADAL" clId="{9E56FBCC-9D2B-4AC3-B084-603993C68A6A}" dt="2026-01-02T18:41:59.771" v="2833" actId="478"/>
          <ac:cxnSpMkLst>
            <pc:docMk/>
            <pc:sldMk cId="859291653" sldId="272"/>
            <ac:cxnSpMk id="1190" creationId="{623F5D70-E4BB-88BC-D346-EEE9F18CC85C}"/>
          </ac:cxnSpMkLst>
        </pc:cxnChg>
        <pc:cxnChg chg="del mod">
          <ac:chgData name="Johnson, Randall" userId="ca2a9510-4177-4989-a82b-83511f3dbcf6" providerId="ADAL" clId="{9E56FBCC-9D2B-4AC3-B084-603993C68A6A}" dt="2026-01-02T18:40:23.169" v="2787" actId="478"/>
          <ac:cxnSpMkLst>
            <pc:docMk/>
            <pc:sldMk cId="859291653" sldId="272"/>
            <ac:cxnSpMk id="1195" creationId="{1F6C5392-7B35-8333-8FD5-8C4DC1FA18FD}"/>
          </ac:cxnSpMkLst>
        </pc:cxnChg>
        <pc:cxnChg chg="del mod">
          <ac:chgData name="Johnson, Randall" userId="ca2a9510-4177-4989-a82b-83511f3dbcf6" providerId="ADAL" clId="{9E56FBCC-9D2B-4AC3-B084-603993C68A6A}" dt="2026-01-02T18:40:26.514" v="2788" actId="478"/>
          <ac:cxnSpMkLst>
            <pc:docMk/>
            <pc:sldMk cId="859291653" sldId="272"/>
            <ac:cxnSpMk id="1197" creationId="{18858768-D77E-5F79-2702-0AE3388C4508}"/>
          </ac:cxnSpMkLst>
        </pc:cxnChg>
        <pc:cxnChg chg="del mod">
          <ac:chgData name="Johnson, Randall" userId="ca2a9510-4177-4989-a82b-83511f3dbcf6" providerId="ADAL" clId="{9E56FBCC-9D2B-4AC3-B084-603993C68A6A}" dt="2026-01-02T18:44:07.175" v="2865" actId="478"/>
          <ac:cxnSpMkLst>
            <pc:docMk/>
            <pc:sldMk cId="859291653" sldId="272"/>
            <ac:cxnSpMk id="1199" creationId="{B7994A77-AAA6-4132-215C-BEA1CDA43BB1}"/>
          </ac:cxnSpMkLst>
        </pc:cxnChg>
        <pc:cxnChg chg="del mod">
          <ac:chgData name="Johnson, Randall" userId="ca2a9510-4177-4989-a82b-83511f3dbcf6" providerId="ADAL" clId="{9E56FBCC-9D2B-4AC3-B084-603993C68A6A}" dt="2026-01-02T18:38:42.716" v="2712" actId="478"/>
          <ac:cxnSpMkLst>
            <pc:docMk/>
            <pc:sldMk cId="859291653" sldId="272"/>
            <ac:cxnSpMk id="1202" creationId="{497ACF40-E7AC-4AAF-680D-86B39E005B25}"/>
          </ac:cxnSpMkLst>
        </pc:cxnChg>
        <pc:cxnChg chg="del mod">
          <ac:chgData name="Johnson, Randall" userId="ca2a9510-4177-4989-a82b-83511f3dbcf6" providerId="ADAL" clId="{9E56FBCC-9D2B-4AC3-B084-603993C68A6A}" dt="2026-01-02T18:37:49.478" v="2680" actId="478"/>
          <ac:cxnSpMkLst>
            <pc:docMk/>
            <pc:sldMk cId="859291653" sldId="272"/>
            <ac:cxnSpMk id="1206" creationId="{2ECB5CA7-8E8F-9B7C-9DE3-8829D8075622}"/>
          </ac:cxnSpMkLst>
        </pc:cxnChg>
        <pc:cxnChg chg="del mod">
          <ac:chgData name="Johnson, Randall" userId="ca2a9510-4177-4989-a82b-83511f3dbcf6" providerId="ADAL" clId="{9E56FBCC-9D2B-4AC3-B084-603993C68A6A}" dt="2026-01-02T18:36:55.389" v="2675" actId="478"/>
          <ac:cxnSpMkLst>
            <pc:docMk/>
            <pc:sldMk cId="859291653" sldId="272"/>
            <ac:cxnSpMk id="1209" creationId="{7F9B6873-695C-1D06-C44C-654B87942FAE}"/>
          </ac:cxnSpMkLst>
        </pc:cxnChg>
        <pc:cxnChg chg="del mod">
          <ac:chgData name="Johnson, Randall" userId="ca2a9510-4177-4989-a82b-83511f3dbcf6" providerId="ADAL" clId="{9E56FBCC-9D2B-4AC3-B084-603993C68A6A}" dt="2026-01-02T18:36:52.775" v="2674" actId="478"/>
          <ac:cxnSpMkLst>
            <pc:docMk/>
            <pc:sldMk cId="859291653" sldId="272"/>
            <ac:cxnSpMk id="1213" creationId="{79135CD7-73CD-09DC-91DE-A129CAC4FB55}"/>
          </ac:cxnSpMkLst>
        </pc:cxnChg>
        <pc:cxnChg chg="del mod">
          <ac:chgData name="Johnson, Randall" userId="ca2a9510-4177-4989-a82b-83511f3dbcf6" providerId="ADAL" clId="{9E56FBCC-9D2B-4AC3-B084-603993C68A6A}" dt="2026-01-02T18:34:43.437" v="2651" actId="478"/>
          <ac:cxnSpMkLst>
            <pc:docMk/>
            <pc:sldMk cId="859291653" sldId="272"/>
            <ac:cxnSpMk id="1223" creationId="{C6E27B79-7CA3-810E-337C-7561A9C8DF89}"/>
          </ac:cxnSpMkLst>
        </pc:cxnChg>
        <pc:cxnChg chg="mod">
          <ac:chgData name="Johnson, Randall" userId="ca2a9510-4177-4989-a82b-83511f3dbcf6" providerId="ADAL" clId="{9E56FBCC-9D2B-4AC3-B084-603993C68A6A}" dt="2026-01-02T19:28:59.616" v="3497" actId="14100"/>
          <ac:cxnSpMkLst>
            <pc:docMk/>
            <pc:sldMk cId="859291653" sldId="272"/>
            <ac:cxnSpMk id="1263" creationId="{91F8D9B1-C000-D38A-3132-51E20A5CF4CE}"/>
          </ac:cxnSpMkLst>
        </pc:cxnChg>
        <pc:cxnChg chg="mod">
          <ac:chgData name="Johnson, Randall" userId="ca2a9510-4177-4989-a82b-83511f3dbcf6" providerId="ADAL" clId="{9E56FBCC-9D2B-4AC3-B084-603993C68A6A}" dt="2026-01-02T19:29:48.020" v="3540" actId="14100"/>
          <ac:cxnSpMkLst>
            <pc:docMk/>
            <pc:sldMk cId="859291653" sldId="272"/>
            <ac:cxnSpMk id="1266" creationId="{7665F83C-9371-DFDF-37AC-80F7736F03BC}"/>
          </ac:cxnSpMkLst>
        </pc:cxnChg>
        <pc:cxnChg chg="mod">
          <ac:chgData name="Johnson, Randall" userId="ca2a9510-4177-4989-a82b-83511f3dbcf6" providerId="ADAL" clId="{9E56FBCC-9D2B-4AC3-B084-603993C68A6A}" dt="2026-01-02T19:27:16.942" v="3383" actId="14100"/>
          <ac:cxnSpMkLst>
            <pc:docMk/>
            <pc:sldMk cId="859291653" sldId="272"/>
            <ac:cxnSpMk id="1268" creationId="{B81CDB32-E008-CE99-0496-0BE53659A892}"/>
          </ac:cxnSpMkLst>
        </pc:cxnChg>
        <pc:cxnChg chg="del mod">
          <ac:chgData name="Johnson, Randall" userId="ca2a9510-4177-4989-a82b-83511f3dbcf6" providerId="ADAL" clId="{9E56FBCC-9D2B-4AC3-B084-603993C68A6A}" dt="2026-01-02T19:24:02.949" v="3287" actId="478"/>
          <ac:cxnSpMkLst>
            <pc:docMk/>
            <pc:sldMk cId="859291653" sldId="272"/>
            <ac:cxnSpMk id="1276" creationId="{F98CBA8C-CF5A-5749-7236-393EC50C6CA0}"/>
          </ac:cxnSpMkLst>
        </pc:cxnChg>
        <pc:cxnChg chg="mod">
          <ac:chgData name="Johnson, Randall" userId="ca2a9510-4177-4989-a82b-83511f3dbcf6" providerId="ADAL" clId="{9E56FBCC-9D2B-4AC3-B084-603993C68A6A}" dt="2026-01-02T19:29:43.860" v="3539" actId="1037"/>
          <ac:cxnSpMkLst>
            <pc:docMk/>
            <pc:sldMk cId="859291653" sldId="272"/>
            <ac:cxnSpMk id="1280" creationId="{18F86026-B486-F73A-C5C1-97BE9D1858BF}"/>
          </ac:cxnSpMkLst>
        </pc:cxnChg>
        <pc:cxnChg chg="mod">
          <ac:chgData name="Johnson, Randall" userId="ca2a9510-4177-4989-a82b-83511f3dbcf6" providerId="ADAL" clId="{9E56FBCC-9D2B-4AC3-B084-603993C68A6A}" dt="2026-01-02T19:27:05.683" v="3373" actId="1037"/>
          <ac:cxnSpMkLst>
            <pc:docMk/>
            <pc:sldMk cId="859291653" sldId="272"/>
            <ac:cxnSpMk id="1282" creationId="{48512C3B-16C9-D0EE-C345-E4B05344B365}"/>
          </ac:cxnSpMkLst>
        </pc:cxnChg>
        <pc:cxnChg chg="del mod">
          <ac:chgData name="Johnson, Randall" userId="ca2a9510-4177-4989-a82b-83511f3dbcf6" providerId="ADAL" clId="{9E56FBCC-9D2B-4AC3-B084-603993C68A6A}" dt="2026-01-02T19:28:21.446" v="3413" actId="478"/>
          <ac:cxnSpMkLst>
            <pc:docMk/>
            <pc:sldMk cId="859291653" sldId="272"/>
            <ac:cxnSpMk id="1285" creationId="{41BD3F2A-6B8A-70C0-9AAC-D45EBA3E9E06}"/>
          </ac:cxnSpMkLst>
        </pc:cxnChg>
        <pc:cxnChg chg="del mod">
          <ac:chgData name="Johnson, Randall" userId="ca2a9510-4177-4989-a82b-83511f3dbcf6" providerId="ADAL" clId="{9E56FBCC-9D2B-4AC3-B084-603993C68A6A}" dt="2026-01-02T19:29:27.406" v="3500" actId="478"/>
          <ac:cxnSpMkLst>
            <pc:docMk/>
            <pc:sldMk cId="859291653" sldId="272"/>
            <ac:cxnSpMk id="1288" creationId="{9E5AFF05-C344-02A0-5E92-F7470E6CC002}"/>
          </ac:cxnSpMkLst>
        </pc:cxnChg>
        <pc:cxnChg chg="del mod">
          <ac:chgData name="Johnson, Randall" userId="ca2a9510-4177-4989-a82b-83511f3dbcf6" providerId="ADAL" clId="{9E56FBCC-9D2B-4AC3-B084-603993C68A6A}" dt="2026-01-02T19:26:47.230" v="3313" actId="478"/>
          <ac:cxnSpMkLst>
            <pc:docMk/>
            <pc:sldMk cId="859291653" sldId="272"/>
            <ac:cxnSpMk id="1291" creationId="{7556475B-128C-B67C-115F-931A49E13B3D}"/>
          </ac:cxnSpMkLst>
        </pc:cxnChg>
        <pc:cxnChg chg="del">
          <ac:chgData name="Johnson, Randall" userId="ca2a9510-4177-4989-a82b-83511f3dbcf6" providerId="ADAL" clId="{9E56FBCC-9D2B-4AC3-B084-603993C68A6A}" dt="2026-01-02T18:33:07.915" v="2601" actId="478"/>
          <ac:cxnSpMkLst>
            <pc:docMk/>
            <pc:sldMk cId="859291653" sldId="272"/>
            <ac:cxnSpMk id="1299" creationId="{2E3379AC-9E43-6A0F-65E8-B97BFA688C3A}"/>
          </ac:cxnSpMkLst>
        </pc:cxnChg>
        <pc:cxnChg chg="del">
          <ac:chgData name="Johnson, Randall" userId="ca2a9510-4177-4989-a82b-83511f3dbcf6" providerId="ADAL" clId="{9E56FBCC-9D2B-4AC3-B084-603993C68A6A}" dt="2026-01-02T18:33:25.294" v="2604" actId="478"/>
          <ac:cxnSpMkLst>
            <pc:docMk/>
            <pc:sldMk cId="859291653" sldId="272"/>
            <ac:cxnSpMk id="1301" creationId="{07A41F59-1984-25D4-6CC3-3DA0A6E6581C}"/>
          </ac:cxnSpMkLst>
        </pc:cxnChg>
        <pc:cxnChg chg="del">
          <ac:chgData name="Johnson, Randall" userId="ca2a9510-4177-4989-a82b-83511f3dbcf6" providerId="ADAL" clId="{9E56FBCC-9D2B-4AC3-B084-603993C68A6A}" dt="2026-01-02T18:33:21.934" v="2602" actId="478"/>
          <ac:cxnSpMkLst>
            <pc:docMk/>
            <pc:sldMk cId="859291653" sldId="272"/>
            <ac:cxnSpMk id="1302" creationId="{582A79A1-CDAC-B728-F306-830128B6B755}"/>
          </ac:cxnSpMkLst>
        </pc:cxnChg>
        <pc:cxnChg chg="del">
          <ac:chgData name="Johnson, Randall" userId="ca2a9510-4177-4989-a82b-83511f3dbcf6" providerId="ADAL" clId="{9E56FBCC-9D2B-4AC3-B084-603993C68A6A}" dt="2026-01-02T18:33:23.418" v="2603" actId="478"/>
          <ac:cxnSpMkLst>
            <pc:docMk/>
            <pc:sldMk cId="859291653" sldId="272"/>
            <ac:cxnSpMk id="1303" creationId="{69C2099B-2EA6-92B1-6636-10FF9D5C7898}"/>
          </ac:cxnSpMkLst>
        </pc:cxnChg>
      </pc:sldChg>
      <pc:sldChg chg="add del">
        <pc:chgData name="Johnson, Randall" userId="ca2a9510-4177-4989-a82b-83511f3dbcf6" providerId="ADAL" clId="{9E56FBCC-9D2B-4AC3-B084-603993C68A6A}" dt="2026-01-02T18:28:27.685" v="2473" actId="47"/>
        <pc:sldMkLst>
          <pc:docMk/>
          <pc:sldMk cId="458072349" sldId="273"/>
        </pc:sldMkLst>
      </pc:sldChg>
      <pc:sldChg chg="addSp delSp modSp add mod">
        <pc:chgData name="Johnson, Randall" userId="ca2a9510-4177-4989-a82b-83511f3dbcf6" providerId="ADAL" clId="{9E56FBCC-9D2B-4AC3-B084-603993C68A6A}" dt="2026-01-02T19:39:05.046" v="3616"/>
        <pc:sldMkLst>
          <pc:docMk/>
          <pc:sldMk cId="702643122" sldId="273"/>
        </pc:sldMkLst>
        <pc:spChg chg="add mod">
          <ac:chgData name="Johnson, Randall" userId="ca2a9510-4177-4989-a82b-83511f3dbcf6" providerId="ADAL" clId="{9E56FBCC-9D2B-4AC3-B084-603993C68A6A}" dt="2026-01-02T18:48:50.398" v="2985"/>
          <ac:spMkLst>
            <pc:docMk/>
            <pc:sldMk cId="702643122" sldId="273"/>
            <ac:spMk id="2" creationId="{58D71873-4929-E1C5-7257-021A7E8ACB76}"/>
          </ac:spMkLst>
        </pc:spChg>
        <pc:spChg chg="add mod">
          <ac:chgData name="Johnson, Randall" userId="ca2a9510-4177-4989-a82b-83511f3dbcf6" providerId="ADAL" clId="{9E56FBCC-9D2B-4AC3-B084-603993C68A6A}" dt="2026-01-02T18:48:50.398" v="2985"/>
          <ac:spMkLst>
            <pc:docMk/>
            <pc:sldMk cId="702643122" sldId="273"/>
            <ac:spMk id="4" creationId="{E751E068-68B8-6C96-C797-23A98217023C}"/>
          </ac:spMkLst>
        </pc:spChg>
        <pc:spChg chg="add mod">
          <ac:chgData name="Johnson, Randall" userId="ca2a9510-4177-4989-a82b-83511f3dbcf6" providerId="ADAL" clId="{9E56FBCC-9D2B-4AC3-B084-603993C68A6A}" dt="2026-01-02T19:39:05.046" v="3616"/>
          <ac:spMkLst>
            <pc:docMk/>
            <pc:sldMk cId="702643122" sldId="273"/>
            <ac:spMk id="6" creationId="{09C80D86-A0B8-718A-F92E-A5724EE9954B}"/>
          </ac:spMkLst>
        </pc:spChg>
        <pc:spChg chg="add mod">
          <ac:chgData name="Johnson, Randall" userId="ca2a9510-4177-4989-a82b-83511f3dbcf6" providerId="ADAL" clId="{9E56FBCC-9D2B-4AC3-B084-603993C68A6A}" dt="2026-01-02T19:39:05.046" v="3616"/>
          <ac:spMkLst>
            <pc:docMk/>
            <pc:sldMk cId="702643122" sldId="273"/>
            <ac:spMk id="7" creationId="{351DA412-9A0E-368E-664E-2CCE37EC70D6}"/>
          </ac:spMkLst>
        </pc:spChg>
        <pc:spChg chg="add mod">
          <ac:chgData name="Johnson, Randall" userId="ca2a9510-4177-4989-a82b-83511f3dbcf6" providerId="ADAL" clId="{9E56FBCC-9D2B-4AC3-B084-603993C68A6A}" dt="2026-01-02T19:39:05.046" v="3616"/>
          <ac:spMkLst>
            <pc:docMk/>
            <pc:sldMk cId="702643122" sldId="273"/>
            <ac:spMk id="8" creationId="{1485658A-665A-E9A1-9F64-0E75C1BE9CA9}"/>
          </ac:spMkLst>
        </pc:spChg>
        <pc:spChg chg="del">
          <ac:chgData name="Johnson, Randall" userId="ca2a9510-4177-4989-a82b-83511f3dbcf6" providerId="ADAL" clId="{9E56FBCC-9D2B-4AC3-B084-603993C68A6A}" dt="2026-01-02T18:49:37.954" v="2994" actId="478"/>
          <ac:spMkLst>
            <pc:docMk/>
            <pc:sldMk cId="702643122" sldId="273"/>
            <ac:spMk id="1271" creationId="{95E2B288-B98C-A832-036E-712D3CD956C9}"/>
          </ac:spMkLst>
        </pc:spChg>
        <pc:cxnChg chg="add mod">
          <ac:chgData name="Johnson, Randall" userId="ca2a9510-4177-4989-a82b-83511f3dbcf6" providerId="ADAL" clId="{9E56FBCC-9D2B-4AC3-B084-603993C68A6A}" dt="2026-01-02T18:48:50.398" v="2985"/>
          <ac:cxnSpMkLst>
            <pc:docMk/>
            <pc:sldMk cId="702643122" sldId="273"/>
            <ac:cxnSpMk id="3" creationId="{92D55B84-38FE-1A5B-5E7F-B21CD395B443}"/>
          </ac:cxnSpMkLst>
        </pc:cxnChg>
        <pc:cxnChg chg="add mod">
          <ac:chgData name="Johnson, Randall" userId="ca2a9510-4177-4989-a82b-83511f3dbcf6" providerId="ADAL" clId="{9E56FBCC-9D2B-4AC3-B084-603993C68A6A}" dt="2026-01-02T18:48:50.398" v="2985"/>
          <ac:cxnSpMkLst>
            <pc:docMk/>
            <pc:sldMk cId="702643122" sldId="273"/>
            <ac:cxnSpMk id="5" creationId="{F085BD53-08F0-FFD8-0A40-5F3A294B80A3}"/>
          </ac:cxnSpMkLst>
        </pc:cxnChg>
        <pc:cxnChg chg="del mod">
          <ac:chgData name="Johnson, Randall" userId="ca2a9510-4177-4989-a82b-83511f3dbcf6" providerId="ADAL" clId="{9E56FBCC-9D2B-4AC3-B084-603993C68A6A}" dt="2026-01-02T18:49:39.826" v="2995" actId="478"/>
          <ac:cxnSpMkLst>
            <pc:docMk/>
            <pc:sldMk cId="702643122" sldId="273"/>
            <ac:cxnSpMk id="1276" creationId="{6A20A231-44E4-6700-1B92-C22363014EE2}"/>
          </ac:cxnSpMkLst>
        </pc:cxnChg>
      </pc:sldChg>
      <pc:sldChg chg="add del">
        <pc:chgData name="Johnson, Randall" userId="ca2a9510-4177-4989-a82b-83511f3dbcf6" providerId="ADAL" clId="{9E56FBCC-9D2B-4AC3-B084-603993C68A6A}" dt="2026-01-02T18:28:26.582" v="2472" actId="47"/>
        <pc:sldMkLst>
          <pc:docMk/>
          <pc:sldMk cId="451148048" sldId="274"/>
        </pc:sldMkLst>
      </pc:sldChg>
      <pc:sldChg chg="addSp delSp modSp add mod">
        <pc:chgData name="Johnson, Randall" userId="ca2a9510-4177-4989-a82b-83511f3dbcf6" providerId="ADAL" clId="{9E56FBCC-9D2B-4AC3-B084-603993C68A6A}" dt="2026-01-02T19:39:01.201" v="3615"/>
        <pc:sldMkLst>
          <pc:docMk/>
          <pc:sldMk cId="1358713740" sldId="274"/>
        </pc:sldMkLst>
        <pc:spChg chg="add mod">
          <ac:chgData name="Johnson, Randall" userId="ca2a9510-4177-4989-a82b-83511f3dbcf6" providerId="ADAL" clId="{9E56FBCC-9D2B-4AC3-B084-603993C68A6A}" dt="2026-01-02T18:48:47.603" v="2984"/>
          <ac:spMkLst>
            <pc:docMk/>
            <pc:sldMk cId="1358713740" sldId="274"/>
            <ac:spMk id="2" creationId="{4CCA3301-57F6-E493-4729-9B0CC60727C8}"/>
          </ac:spMkLst>
        </pc:spChg>
        <pc:spChg chg="add mod">
          <ac:chgData name="Johnson, Randall" userId="ca2a9510-4177-4989-a82b-83511f3dbcf6" providerId="ADAL" clId="{9E56FBCC-9D2B-4AC3-B084-603993C68A6A}" dt="2026-01-02T18:48:47.603" v="2984"/>
          <ac:spMkLst>
            <pc:docMk/>
            <pc:sldMk cId="1358713740" sldId="274"/>
            <ac:spMk id="4" creationId="{8095311B-54B7-DC86-9287-EFDB652F648F}"/>
          </ac:spMkLst>
        </pc:spChg>
        <pc:spChg chg="add mod">
          <ac:chgData name="Johnson, Randall" userId="ca2a9510-4177-4989-a82b-83511f3dbcf6" providerId="ADAL" clId="{9E56FBCC-9D2B-4AC3-B084-603993C68A6A}" dt="2026-01-02T19:39:01.201" v="3615"/>
          <ac:spMkLst>
            <pc:docMk/>
            <pc:sldMk cId="1358713740" sldId="274"/>
            <ac:spMk id="6" creationId="{31B30ACD-B7F9-B32E-46B3-91F04E5D2BB2}"/>
          </ac:spMkLst>
        </pc:spChg>
        <pc:spChg chg="add mod">
          <ac:chgData name="Johnson, Randall" userId="ca2a9510-4177-4989-a82b-83511f3dbcf6" providerId="ADAL" clId="{9E56FBCC-9D2B-4AC3-B084-603993C68A6A}" dt="2026-01-02T19:39:01.201" v="3615"/>
          <ac:spMkLst>
            <pc:docMk/>
            <pc:sldMk cId="1358713740" sldId="274"/>
            <ac:spMk id="7" creationId="{0903127F-78F1-D824-E86C-0820DA4A0744}"/>
          </ac:spMkLst>
        </pc:spChg>
        <pc:spChg chg="add mod">
          <ac:chgData name="Johnson, Randall" userId="ca2a9510-4177-4989-a82b-83511f3dbcf6" providerId="ADAL" clId="{9E56FBCC-9D2B-4AC3-B084-603993C68A6A}" dt="2026-01-02T19:39:01.201" v="3615"/>
          <ac:spMkLst>
            <pc:docMk/>
            <pc:sldMk cId="1358713740" sldId="274"/>
            <ac:spMk id="8" creationId="{26C08154-94E3-7E50-91F4-CE1436BD4746}"/>
          </ac:spMkLst>
        </pc:spChg>
        <pc:spChg chg="del">
          <ac:chgData name="Johnson, Randall" userId="ca2a9510-4177-4989-a82b-83511f3dbcf6" providerId="ADAL" clId="{9E56FBCC-9D2B-4AC3-B084-603993C68A6A}" dt="2026-01-02T18:49:47.378" v="2996" actId="478"/>
          <ac:spMkLst>
            <pc:docMk/>
            <pc:sldMk cId="1358713740" sldId="274"/>
            <ac:spMk id="1271" creationId="{B958BF44-D94E-F699-B28D-C609FEB96BFE}"/>
          </ac:spMkLst>
        </pc:spChg>
        <pc:cxnChg chg="add mod">
          <ac:chgData name="Johnson, Randall" userId="ca2a9510-4177-4989-a82b-83511f3dbcf6" providerId="ADAL" clId="{9E56FBCC-9D2B-4AC3-B084-603993C68A6A}" dt="2026-01-02T18:48:47.603" v="2984"/>
          <ac:cxnSpMkLst>
            <pc:docMk/>
            <pc:sldMk cId="1358713740" sldId="274"/>
            <ac:cxnSpMk id="3" creationId="{55D9E521-2277-619D-B4BA-8946F86DA32A}"/>
          </ac:cxnSpMkLst>
        </pc:cxnChg>
        <pc:cxnChg chg="add mod">
          <ac:chgData name="Johnson, Randall" userId="ca2a9510-4177-4989-a82b-83511f3dbcf6" providerId="ADAL" clId="{9E56FBCC-9D2B-4AC3-B084-603993C68A6A}" dt="2026-01-02T18:48:47.603" v="2984"/>
          <ac:cxnSpMkLst>
            <pc:docMk/>
            <pc:sldMk cId="1358713740" sldId="274"/>
            <ac:cxnSpMk id="5" creationId="{C0519255-19B1-F418-6A83-38F1144FFCA0}"/>
          </ac:cxnSpMkLst>
        </pc:cxnChg>
        <pc:cxnChg chg="del mod">
          <ac:chgData name="Johnson, Randall" userId="ca2a9510-4177-4989-a82b-83511f3dbcf6" providerId="ADAL" clId="{9E56FBCC-9D2B-4AC3-B084-603993C68A6A}" dt="2026-01-02T18:49:49.328" v="2997" actId="478"/>
          <ac:cxnSpMkLst>
            <pc:docMk/>
            <pc:sldMk cId="1358713740" sldId="274"/>
            <ac:cxnSpMk id="1276" creationId="{467C3628-915C-E357-CA30-80CD7A9A2A4E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58.731" v="3614"/>
        <pc:sldMkLst>
          <pc:docMk/>
          <pc:sldMk cId="3246143182" sldId="275"/>
        </pc:sldMkLst>
        <pc:spChg chg="add mod">
          <ac:chgData name="Johnson, Randall" userId="ca2a9510-4177-4989-a82b-83511f3dbcf6" providerId="ADAL" clId="{9E56FBCC-9D2B-4AC3-B084-603993C68A6A}" dt="2026-01-02T18:48:45.089" v="2983"/>
          <ac:spMkLst>
            <pc:docMk/>
            <pc:sldMk cId="3246143182" sldId="275"/>
            <ac:spMk id="4" creationId="{8E48D493-017B-F61B-8BA1-30CF3AAE439B}"/>
          </ac:spMkLst>
        </pc:spChg>
        <pc:spChg chg="add mod">
          <ac:chgData name="Johnson, Randall" userId="ca2a9510-4177-4989-a82b-83511f3dbcf6" providerId="ADAL" clId="{9E56FBCC-9D2B-4AC3-B084-603993C68A6A}" dt="2026-01-02T18:48:45.089" v="2983"/>
          <ac:spMkLst>
            <pc:docMk/>
            <pc:sldMk cId="3246143182" sldId="275"/>
            <ac:spMk id="6" creationId="{0685467F-8A0D-980F-6E83-2B858D1C9B21}"/>
          </ac:spMkLst>
        </pc:spChg>
        <pc:spChg chg="add mod">
          <ac:chgData name="Johnson, Randall" userId="ca2a9510-4177-4989-a82b-83511f3dbcf6" providerId="ADAL" clId="{9E56FBCC-9D2B-4AC3-B084-603993C68A6A}" dt="2026-01-02T19:38:58.731" v="3614"/>
          <ac:spMkLst>
            <pc:docMk/>
            <pc:sldMk cId="3246143182" sldId="275"/>
            <ac:spMk id="8" creationId="{0EF72B0F-3C8A-83A2-88F8-32C672B98A50}"/>
          </ac:spMkLst>
        </pc:spChg>
        <pc:spChg chg="add mod">
          <ac:chgData name="Johnson, Randall" userId="ca2a9510-4177-4989-a82b-83511f3dbcf6" providerId="ADAL" clId="{9E56FBCC-9D2B-4AC3-B084-603993C68A6A}" dt="2026-01-02T19:38:58.731" v="3614"/>
          <ac:spMkLst>
            <pc:docMk/>
            <pc:sldMk cId="3246143182" sldId="275"/>
            <ac:spMk id="9" creationId="{3087F08E-5952-83D3-3287-24A2697081E2}"/>
          </ac:spMkLst>
        </pc:spChg>
        <pc:spChg chg="add mod">
          <ac:chgData name="Johnson, Randall" userId="ca2a9510-4177-4989-a82b-83511f3dbcf6" providerId="ADAL" clId="{9E56FBCC-9D2B-4AC3-B084-603993C68A6A}" dt="2026-01-02T19:38:58.731" v="3614"/>
          <ac:spMkLst>
            <pc:docMk/>
            <pc:sldMk cId="3246143182" sldId="275"/>
            <ac:spMk id="10" creationId="{0B86CD09-424C-DFD5-737C-166DBAB315C0}"/>
          </ac:spMkLst>
        </pc:spChg>
        <pc:spChg chg="del">
          <ac:chgData name="Johnson, Randall" userId="ca2a9510-4177-4989-a82b-83511f3dbcf6" providerId="ADAL" clId="{9E56FBCC-9D2B-4AC3-B084-603993C68A6A}" dt="2026-01-02T18:49:54.053" v="2998" actId="478"/>
          <ac:spMkLst>
            <pc:docMk/>
            <pc:sldMk cId="3246143182" sldId="275"/>
            <ac:spMk id="1271" creationId="{766624A1-2EA9-ED30-E175-93A2B5BEC8F4}"/>
          </ac:spMkLst>
        </pc:spChg>
        <pc:cxnChg chg="add mod">
          <ac:chgData name="Johnson, Randall" userId="ca2a9510-4177-4989-a82b-83511f3dbcf6" providerId="ADAL" clId="{9E56FBCC-9D2B-4AC3-B084-603993C68A6A}" dt="2026-01-02T18:42:35.266" v="2835" actId="692"/>
          <ac:cxnSpMkLst>
            <pc:docMk/>
            <pc:sldMk cId="3246143182" sldId="275"/>
            <ac:cxnSpMk id="2" creationId="{AC9D13CE-B27B-FE73-6E41-857821EDD178}"/>
          </ac:cxnSpMkLst>
        </pc:cxnChg>
        <pc:cxnChg chg="add mod">
          <ac:chgData name="Johnson, Randall" userId="ca2a9510-4177-4989-a82b-83511f3dbcf6" providerId="ADAL" clId="{9E56FBCC-9D2B-4AC3-B084-603993C68A6A}" dt="2026-01-02T18:42:55.263" v="2837" actId="692"/>
          <ac:cxnSpMkLst>
            <pc:docMk/>
            <pc:sldMk cId="3246143182" sldId="275"/>
            <ac:cxnSpMk id="3" creationId="{A4F6D34E-C416-BDD8-5BC9-97732DF99243}"/>
          </ac:cxnSpMkLst>
        </pc:cxnChg>
        <pc:cxnChg chg="add mod">
          <ac:chgData name="Johnson, Randall" userId="ca2a9510-4177-4989-a82b-83511f3dbcf6" providerId="ADAL" clId="{9E56FBCC-9D2B-4AC3-B084-603993C68A6A}" dt="2026-01-02T18:48:45.089" v="2983"/>
          <ac:cxnSpMkLst>
            <pc:docMk/>
            <pc:sldMk cId="3246143182" sldId="275"/>
            <ac:cxnSpMk id="5" creationId="{80377BC3-C520-3048-8AAC-3086A7846A15}"/>
          </ac:cxnSpMkLst>
        </pc:cxnChg>
        <pc:cxnChg chg="add mod">
          <ac:chgData name="Johnson, Randall" userId="ca2a9510-4177-4989-a82b-83511f3dbcf6" providerId="ADAL" clId="{9E56FBCC-9D2B-4AC3-B084-603993C68A6A}" dt="2026-01-02T18:48:45.089" v="2983"/>
          <ac:cxnSpMkLst>
            <pc:docMk/>
            <pc:sldMk cId="3246143182" sldId="275"/>
            <ac:cxnSpMk id="7" creationId="{90209758-2882-76E0-548A-09B2D4FD080C}"/>
          </ac:cxnSpMkLst>
        </pc:cxnChg>
        <pc:cxnChg chg="del mod">
          <ac:chgData name="Johnson, Randall" userId="ca2a9510-4177-4989-a82b-83511f3dbcf6" providerId="ADAL" clId="{9E56FBCC-9D2B-4AC3-B084-603993C68A6A}" dt="2026-01-02T18:49:55.667" v="2999" actId="478"/>
          <ac:cxnSpMkLst>
            <pc:docMk/>
            <pc:sldMk cId="3246143182" sldId="275"/>
            <ac:cxnSpMk id="1276" creationId="{A3D32C5C-A369-9038-53A3-115EB553172A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54.520" v="3613"/>
        <pc:sldMkLst>
          <pc:docMk/>
          <pc:sldMk cId="1061535293" sldId="276"/>
        </pc:sldMkLst>
        <pc:spChg chg="add mod">
          <ac:chgData name="Johnson, Randall" userId="ca2a9510-4177-4989-a82b-83511f3dbcf6" providerId="ADAL" clId="{9E56FBCC-9D2B-4AC3-B084-603993C68A6A}" dt="2026-01-02T18:48:42.097" v="2982"/>
          <ac:spMkLst>
            <pc:docMk/>
            <pc:sldMk cId="1061535293" sldId="276"/>
            <ac:spMk id="2" creationId="{4613DCA6-E97E-1B05-7AD9-7075663EF6CF}"/>
          </ac:spMkLst>
        </pc:spChg>
        <pc:spChg chg="add mod">
          <ac:chgData name="Johnson, Randall" userId="ca2a9510-4177-4989-a82b-83511f3dbcf6" providerId="ADAL" clId="{9E56FBCC-9D2B-4AC3-B084-603993C68A6A}" dt="2026-01-02T18:48:42.097" v="2982"/>
          <ac:spMkLst>
            <pc:docMk/>
            <pc:sldMk cId="1061535293" sldId="276"/>
            <ac:spMk id="4" creationId="{4A14060F-02A9-BA91-91D5-0D964E67F81A}"/>
          </ac:spMkLst>
        </pc:spChg>
        <pc:spChg chg="add mod">
          <ac:chgData name="Johnson, Randall" userId="ca2a9510-4177-4989-a82b-83511f3dbcf6" providerId="ADAL" clId="{9E56FBCC-9D2B-4AC3-B084-603993C68A6A}" dt="2026-01-02T19:33:15.691" v="3579"/>
          <ac:spMkLst>
            <pc:docMk/>
            <pc:sldMk cId="1061535293" sldId="276"/>
            <ac:spMk id="7" creationId="{628E160E-9287-DEB8-478E-A7D5FB496F69}"/>
          </ac:spMkLst>
        </pc:spChg>
        <pc:spChg chg="add mod">
          <ac:chgData name="Johnson, Randall" userId="ca2a9510-4177-4989-a82b-83511f3dbcf6" providerId="ADAL" clId="{9E56FBCC-9D2B-4AC3-B084-603993C68A6A}" dt="2026-01-02T19:33:49.849" v="3584"/>
          <ac:spMkLst>
            <pc:docMk/>
            <pc:sldMk cId="1061535293" sldId="276"/>
            <ac:spMk id="8" creationId="{13523339-237F-F859-11BD-F4B9784AA879}"/>
          </ac:spMkLst>
        </pc:spChg>
        <pc:spChg chg="add mod">
          <ac:chgData name="Johnson, Randall" userId="ca2a9510-4177-4989-a82b-83511f3dbcf6" providerId="ADAL" clId="{9E56FBCC-9D2B-4AC3-B084-603993C68A6A}" dt="2026-01-02T19:33:49.849" v="3584"/>
          <ac:spMkLst>
            <pc:docMk/>
            <pc:sldMk cId="1061535293" sldId="276"/>
            <ac:spMk id="9" creationId="{4A97F169-1AF0-9740-472D-F359310DA14E}"/>
          </ac:spMkLst>
        </pc:spChg>
        <pc:spChg chg="add mod">
          <ac:chgData name="Johnson, Randall" userId="ca2a9510-4177-4989-a82b-83511f3dbcf6" providerId="ADAL" clId="{9E56FBCC-9D2B-4AC3-B084-603993C68A6A}" dt="2026-01-02T19:38:54.520" v="3613"/>
          <ac:spMkLst>
            <pc:docMk/>
            <pc:sldMk cId="1061535293" sldId="276"/>
            <ac:spMk id="13" creationId="{F3AE315D-E5AF-7E2E-C410-F67D798F30E6}"/>
          </ac:spMkLst>
        </pc:spChg>
        <pc:spChg chg="add mod">
          <ac:chgData name="Johnson, Randall" userId="ca2a9510-4177-4989-a82b-83511f3dbcf6" providerId="ADAL" clId="{9E56FBCC-9D2B-4AC3-B084-603993C68A6A}" dt="2026-01-02T19:38:54.520" v="3613"/>
          <ac:spMkLst>
            <pc:docMk/>
            <pc:sldMk cId="1061535293" sldId="276"/>
            <ac:spMk id="14" creationId="{595BB977-0C19-3F00-14C5-82E504652E46}"/>
          </ac:spMkLst>
        </pc:spChg>
        <pc:spChg chg="add mod">
          <ac:chgData name="Johnson, Randall" userId="ca2a9510-4177-4989-a82b-83511f3dbcf6" providerId="ADAL" clId="{9E56FBCC-9D2B-4AC3-B084-603993C68A6A}" dt="2026-01-02T19:38:54.520" v="3613"/>
          <ac:spMkLst>
            <pc:docMk/>
            <pc:sldMk cId="1061535293" sldId="276"/>
            <ac:spMk id="15" creationId="{D9033063-096D-74DD-D4C1-C94C6A8F7982}"/>
          </ac:spMkLst>
        </pc:spChg>
        <pc:spChg chg="del">
          <ac:chgData name="Johnson, Randall" userId="ca2a9510-4177-4989-a82b-83511f3dbcf6" providerId="ADAL" clId="{9E56FBCC-9D2B-4AC3-B084-603993C68A6A}" dt="2026-01-02T19:33:28.332" v="3580" actId="478"/>
          <ac:spMkLst>
            <pc:docMk/>
            <pc:sldMk cId="1061535293" sldId="276"/>
            <ac:spMk id="1151" creationId="{B4D3821B-24F1-CEB5-51AD-C97E25994004}"/>
          </ac:spMkLst>
        </pc:spChg>
        <pc:spChg chg="del">
          <ac:chgData name="Johnson, Randall" userId="ca2a9510-4177-4989-a82b-83511f3dbcf6" providerId="ADAL" clId="{9E56FBCC-9D2B-4AC3-B084-603993C68A6A}" dt="2026-01-02T19:33:28.332" v="3580" actId="478"/>
          <ac:spMkLst>
            <pc:docMk/>
            <pc:sldMk cId="1061535293" sldId="276"/>
            <ac:spMk id="1165" creationId="{F8F75BBB-369E-C7EC-EE37-F97BF2E4E70E}"/>
          </ac:spMkLst>
        </pc:spChg>
        <pc:spChg chg="del">
          <ac:chgData name="Johnson, Randall" userId="ca2a9510-4177-4989-a82b-83511f3dbcf6" providerId="ADAL" clId="{9E56FBCC-9D2B-4AC3-B084-603993C68A6A}" dt="2026-01-02T19:33:36.670" v="3582" actId="478"/>
          <ac:spMkLst>
            <pc:docMk/>
            <pc:sldMk cId="1061535293" sldId="276"/>
            <ac:spMk id="1173" creationId="{F9E3C717-4806-CB0B-627F-B1463E7E5C98}"/>
          </ac:spMkLst>
        </pc:spChg>
        <pc:spChg chg="del">
          <ac:chgData name="Johnson, Randall" userId="ca2a9510-4177-4989-a82b-83511f3dbcf6" providerId="ADAL" clId="{9E56FBCC-9D2B-4AC3-B084-603993C68A6A}" dt="2026-01-02T18:50:03.517" v="3000" actId="478"/>
          <ac:spMkLst>
            <pc:docMk/>
            <pc:sldMk cId="1061535293" sldId="276"/>
            <ac:spMk id="1271" creationId="{3D3C2478-B13D-B18B-A9C8-54584059B789}"/>
          </ac:spMkLst>
        </pc:spChg>
        <pc:spChg chg="del">
          <ac:chgData name="Johnson, Randall" userId="ca2a9510-4177-4989-a82b-83511f3dbcf6" providerId="ADAL" clId="{9E56FBCC-9D2B-4AC3-B084-603993C68A6A}" dt="2026-01-02T19:33:28.332" v="3580" actId="478"/>
          <ac:spMkLst>
            <pc:docMk/>
            <pc:sldMk cId="1061535293" sldId="276"/>
            <ac:spMk id="1273" creationId="{5D490ECD-DAA4-BB2B-D029-CC4B24BD670B}"/>
          </ac:spMkLst>
        </pc:spChg>
        <pc:spChg chg="del">
          <ac:chgData name="Johnson, Randall" userId="ca2a9510-4177-4989-a82b-83511f3dbcf6" providerId="ADAL" clId="{9E56FBCC-9D2B-4AC3-B084-603993C68A6A}" dt="2026-01-02T19:33:36.670" v="3582" actId="478"/>
          <ac:spMkLst>
            <pc:docMk/>
            <pc:sldMk cId="1061535293" sldId="276"/>
            <ac:spMk id="1289" creationId="{E286244B-8DC2-2CBC-1134-522A303FF8A8}"/>
          </ac:spMkLst>
        </pc:spChg>
        <pc:cxnChg chg="add mod">
          <ac:chgData name="Johnson, Randall" userId="ca2a9510-4177-4989-a82b-83511f3dbcf6" providerId="ADAL" clId="{9E56FBCC-9D2B-4AC3-B084-603993C68A6A}" dt="2026-01-02T18:48:42.097" v="2982"/>
          <ac:cxnSpMkLst>
            <pc:docMk/>
            <pc:sldMk cId="1061535293" sldId="276"/>
            <ac:cxnSpMk id="3" creationId="{985B5212-8FEF-D58C-973A-BB4AEEAE35A7}"/>
          </ac:cxnSpMkLst>
        </pc:cxnChg>
        <pc:cxnChg chg="add mod">
          <ac:chgData name="Johnson, Randall" userId="ca2a9510-4177-4989-a82b-83511f3dbcf6" providerId="ADAL" clId="{9E56FBCC-9D2B-4AC3-B084-603993C68A6A}" dt="2026-01-02T18:48:42.097" v="2982"/>
          <ac:cxnSpMkLst>
            <pc:docMk/>
            <pc:sldMk cId="1061535293" sldId="276"/>
            <ac:cxnSpMk id="5" creationId="{632ACCC6-F523-9BB9-0342-DF73DA580B9A}"/>
          </ac:cxnSpMkLst>
        </pc:cxnChg>
        <pc:cxnChg chg="add mod">
          <ac:chgData name="Johnson, Randall" userId="ca2a9510-4177-4989-a82b-83511f3dbcf6" providerId="ADAL" clId="{9E56FBCC-9D2B-4AC3-B084-603993C68A6A}" dt="2026-01-02T19:33:15.691" v="3579"/>
          <ac:cxnSpMkLst>
            <pc:docMk/>
            <pc:sldMk cId="1061535293" sldId="276"/>
            <ac:cxnSpMk id="6" creationId="{EEFF74BE-C8DB-C3AD-47B4-9F15FDF40C3A}"/>
          </ac:cxnSpMkLst>
        </pc:cxnChg>
        <pc:cxnChg chg="add mod">
          <ac:chgData name="Johnson, Randall" userId="ca2a9510-4177-4989-a82b-83511f3dbcf6" providerId="ADAL" clId="{9E56FBCC-9D2B-4AC3-B084-603993C68A6A}" dt="2026-01-02T19:33:49.849" v="3584"/>
          <ac:cxnSpMkLst>
            <pc:docMk/>
            <pc:sldMk cId="1061535293" sldId="276"/>
            <ac:cxnSpMk id="10" creationId="{014F4014-18C2-3A26-D3B2-C8825ED57A8C}"/>
          </ac:cxnSpMkLst>
        </pc:cxnChg>
        <pc:cxnChg chg="add">
          <ac:chgData name="Johnson, Randall" userId="ca2a9510-4177-4989-a82b-83511f3dbcf6" providerId="ADAL" clId="{9E56FBCC-9D2B-4AC3-B084-603993C68A6A}" dt="2026-01-02T19:33:58.134" v="3585" actId="11529"/>
          <ac:cxnSpMkLst>
            <pc:docMk/>
            <pc:sldMk cId="1061535293" sldId="276"/>
            <ac:cxnSpMk id="12" creationId="{C16C29A7-58FC-02A4-AA40-8707C227B3DA}"/>
          </ac:cxnSpMkLst>
        </pc:cxnChg>
        <pc:cxnChg chg="del mod">
          <ac:chgData name="Johnson, Randall" userId="ca2a9510-4177-4989-a82b-83511f3dbcf6" providerId="ADAL" clId="{9E56FBCC-9D2B-4AC3-B084-603993C68A6A}" dt="2026-01-02T19:33:31.001" v="3581" actId="478"/>
          <ac:cxnSpMkLst>
            <pc:docMk/>
            <pc:sldMk cId="1061535293" sldId="276"/>
            <ac:cxnSpMk id="1155" creationId="{20FF8F85-A519-0292-4D65-514F83EA8223}"/>
          </ac:cxnSpMkLst>
        </pc:cxnChg>
        <pc:cxnChg chg="del mod">
          <ac:chgData name="Johnson, Randall" userId="ca2a9510-4177-4989-a82b-83511f3dbcf6" providerId="ADAL" clId="{9E56FBCC-9D2B-4AC3-B084-603993C68A6A}" dt="2026-01-02T19:33:28.332" v="3580" actId="478"/>
          <ac:cxnSpMkLst>
            <pc:docMk/>
            <pc:sldMk cId="1061535293" sldId="276"/>
            <ac:cxnSpMk id="1169" creationId="{3CA9568E-9FA8-72BF-716E-87901A8E577E}"/>
          </ac:cxnSpMkLst>
        </pc:cxnChg>
        <pc:cxnChg chg="del mod">
          <ac:chgData name="Johnson, Randall" userId="ca2a9510-4177-4989-a82b-83511f3dbcf6" providerId="ADAL" clId="{9E56FBCC-9D2B-4AC3-B084-603993C68A6A}" dt="2026-01-02T19:33:38.065" v="3583" actId="478"/>
          <ac:cxnSpMkLst>
            <pc:docMk/>
            <pc:sldMk cId="1061535293" sldId="276"/>
            <ac:cxnSpMk id="1175" creationId="{D11B59AE-27D4-0FAF-02CD-C8169889EBF7}"/>
          </ac:cxnSpMkLst>
        </pc:cxnChg>
        <pc:cxnChg chg="del mod">
          <ac:chgData name="Johnson, Randall" userId="ca2a9510-4177-4989-a82b-83511f3dbcf6" providerId="ADAL" clId="{9E56FBCC-9D2B-4AC3-B084-603993C68A6A}" dt="2026-01-02T18:50:05.126" v="3001" actId="478"/>
          <ac:cxnSpMkLst>
            <pc:docMk/>
            <pc:sldMk cId="1061535293" sldId="276"/>
            <ac:cxnSpMk id="1276" creationId="{73AF6ECF-EFE9-8614-8515-E9BF123EA2AC}"/>
          </ac:cxnSpMkLst>
        </pc:cxnChg>
        <pc:cxnChg chg="del mod">
          <ac:chgData name="Johnson, Randall" userId="ca2a9510-4177-4989-a82b-83511f3dbcf6" providerId="ADAL" clId="{9E56FBCC-9D2B-4AC3-B084-603993C68A6A}" dt="2026-01-02T19:33:28.332" v="3580" actId="478"/>
          <ac:cxnSpMkLst>
            <pc:docMk/>
            <pc:sldMk cId="1061535293" sldId="276"/>
            <ac:cxnSpMk id="1282" creationId="{E0EC7478-22CA-9C73-1B06-C773B2B0FCE3}"/>
          </ac:cxnSpMkLst>
        </pc:cxnChg>
        <pc:cxnChg chg="del mod">
          <ac:chgData name="Johnson, Randall" userId="ca2a9510-4177-4989-a82b-83511f3dbcf6" providerId="ADAL" clId="{9E56FBCC-9D2B-4AC3-B084-603993C68A6A}" dt="2026-01-02T19:33:36.670" v="3582" actId="478"/>
          <ac:cxnSpMkLst>
            <pc:docMk/>
            <pc:sldMk cId="1061535293" sldId="276"/>
            <ac:cxnSpMk id="1291" creationId="{87010509-4F2E-54E1-FFE3-63B211F278AE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51.951" v="3612"/>
        <pc:sldMkLst>
          <pc:docMk/>
          <pc:sldMk cId="3164535941" sldId="277"/>
        </pc:sldMkLst>
        <pc:spChg chg="add mod">
          <ac:chgData name="Johnson, Randall" userId="ca2a9510-4177-4989-a82b-83511f3dbcf6" providerId="ADAL" clId="{9E56FBCC-9D2B-4AC3-B084-603993C68A6A}" dt="2026-01-02T18:48:39.196" v="2981"/>
          <ac:spMkLst>
            <pc:docMk/>
            <pc:sldMk cId="3164535941" sldId="277"/>
            <ac:spMk id="2" creationId="{56C929A2-C815-FC5E-0B3D-364CFF49CDC5}"/>
          </ac:spMkLst>
        </pc:spChg>
        <pc:spChg chg="add mod">
          <ac:chgData name="Johnson, Randall" userId="ca2a9510-4177-4989-a82b-83511f3dbcf6" providerId="ADAL" clId="{9E56FBCC-9D2B-4AC3-B084-603993C68A6A}" dt="2026-01-02T18:48:39.196" v="2981"/>
          <ac:spMkLst>
            <pc:docMk/>
            <pc:sldMk cId="3164535941" sldId="277"/>
            <ac:spMk id="4" creationId="{3C484D6F-D5DC-8F96-E781-909A33B83968}"/>
          </ac:spMkLst>
        </pc:spChg>
        <pc:spChg chg="add mod">
          <ac:chgData name="Johnson, Randall" userId="ca2a9510-4177-4989-a82b-83511f3dbcf6" providerId="ADAL" clId="{9E56FBCC-9D2B-4AC3-B084-603993C68A6A}" dt="2026-01-02T19:32:48.258" v="3560"/>
          <ac:spMkLst>
            <pc:docMk/>
            <pc:sldMk cId="3164535941" sldId="277"/>
            <ac:spMk id="7" creationId="{8E626712-FFF1-D3BB-BCB0-D77364653D2E}"/>
          </ac:spMkLst>
        </pc:spChg>
        <pc:spChg chg="add mod">
          <ac:chgData name="Johnson, Randall" userId="ca2a9510-4177-4989-a82b-83511f3dbcf6" providerId="ADAL" clId="{9E56FBCC-9D2B-4AC3-B084-603993C68A6A}" dt="2026-01-02T19:38:51.951" v="3612"/>
          <ac:spMkLst>
            <pc:docMk/>
            <pc:sldMk cId="3164535941" sldId="277"/>
            <ac:spMk id="8" creationId="{2E177DE2-D9F5-5A7E-9F0C-D88BBA6B1B83}"/>
          </ac:spMkLst>
        </pc:spChg>
        <pc:spChg chg="add mod">
          <ac:chgData name="Johnson, Randall" userId="ca2a9510-4177-4989-a82b-83511f3dbcf6" providerId="ADAL" clId="{9E56FBCC-9D2B-4AC3-B084-603993C68A6A}" dt="2026-01-02T19:38:51.951" v="3612"/>
          <ac:spMkLst>
            <pc:docMk/>
            <pc:sldMk cId="3164535941" sldId="277"/>
            <ac:spMk id="9" creationId="{CA67CFA1-7FCE-54D9-CC9C-75AB2472B307}"/>
          </ac:spMkLst>
        </pc:spChg>
        <pc:spChg chg="add mod">
          <ac:chgData name="Johnson, Randall" userId="ca2a9510-4177-4989-a82b-83511f3dbcf6" providerId="ADAL" clId="{9E56FBCC-9D2B-4AC3-B084-603993C68A6A}" dt="2026-01-02T19:38:51.951" v="3612"/>
          <ac:spMkLst>
            <pc:docMk/>
            <pc:sldMk cId="3164535941" sldId="277"/>
            <ac:spMk id="10" creationId="{440B8313-1AC9-B22F-44DC-DAC7C9147100}"/>
          </ac:spMkLst>
        </pc:spChg>
        <pc:spChg chg="del">
          <ac:chgData name="Johnson, Randall" userId="ca2a9510-4177-4989-a82b-83511f3dbcf6" providerId="ADAL" clId="{9E56FBCC-9D2B-4AC3-B084-603993C68A6A}" dt="2026-01-02T19:32:35.300" v="3553" actId="478"/>
          <ac:spMkLst>
            <pc:docMk/>
            <pc:sldMk cId="3164535941" sldId="277"/>
            <ac:spMk id="1151" creationId="{FF634EA8-DCB0-AC9C-2992-FEA2D2612D99}"/>
          </ac:spMkLst>
        </pc:spChg>
        <pc:spChg chg="del">
          <ac:chgData name="Johnson, Randall" userId="ca2a9510-4177-4989-a82b-83511f3dbcf6" providerId="ADAL" clId="{9E56FBCC-9D2B-4AC3-B084-603993C68A6A}" dt="2026-01-02T19:32:33.380" v="3552" actId="478"/>
          <ac:spMkLst>
            <pc:docMk/>
            <pc:sldMk cId="3164535941" sldId="277"/>
            <ac:spMk id="1165" creationId="{33F88176-A98A-94C4-0C5F-B802CF2A7873}"/>
          </ac:spMkLst>
        </pc:spChg>
        <pc:spChg chg="mod">
          <ac:chgData name="Johnson, Randall" userId="ca2a9510-4177-4989-a82b-83511f3dbcf6" providerId="ADAL" clId="{9E56FBCC-9D2B-4AC3-B084-603993C68A6A}" dt="2026-01-02T19:32:57.422" v="3578" actId="1036"/>
          <ac:spMkLst>
            <pc:docMk/>
            <pc:sldMk cId="3164535941" sldId="277"/>
            <ac:spMk id="1173" creationId="{F20A9B8F-0BB6-149F-4E42-F4B455D1EABB}"/>
          </ac:spMkLst>
        </pc:spChg>
        <pc:spChg chg="del">
          <ac:chgData name="Johnson, Randall" userId="ca2a9510-4177-4989-a82b-83511f3dbcf6" providerId="ADAL" clId="{9E56FBCC-9D2B-4AC3-B084-603993C68A6A}" dt="2026-01-02T18:50:10.886" v="3002" actId="478"/>
          <ac:spMkLst>
            <pc:docMk/>
            <pc:sldMk cId="3164535941" sldId="277"/>
            <ac:spMk id="1271" creationId="{6A9F511A-65FB-8450-B957-EBEB954262C8}"/>
          </ac:spMkLst>
        </pc:spChg>
        <pc:spChg chg="del">
          <ac:chgData name="Johnson, Randall" userId="ca2a9510-4177-4989-a82b-83511f3dbcf6" providerId="ADAL" clId="{9E56FBCC-9D2B-4AC3-B084-603993C68A6A}" dt="2026-01-02T19:32:47.198" v="3559" actId="478"/>
          <ac:spMkLst>
            <pc:docMk/>
            <pc:sldMk cId="3164535941" sldId="277"/>
            <ac:spMk id="1273" creationId="{C3AB8308-15ED-DB24-8449-4C11260C05F1}"/>
          </ac:spMkLst>
        </pc:spChg>
        <pc:spChg chg="mod">
          <ac:chgData name="Johnson, Randall" userId="ca2a9510-4177-4989-a82b-83511f3dbcf6" providerId="ADAL" clId="{9E56FBCC-9D2B-4AC3-B084-603993C68A6A}" dt="2026-01-02T19:32:57.422" v="3578" actId="1036"/>
          <ac:spMkLst>
            <pc:docMk/>
            <pc:sldMk cId="3164535941" sldId="277"/>
            <ac:spMk id="1289" creationId="{B62F1906-7618-7C26-B379-120DC2CEB658}"/>
          </ac:spMkLst>
        </pc:spChg>
        <pc:cxnChg chg="add mod">
          <ac:chgData name="Johnson, Randall" userId="ca2a9510-4177-4989-a82b-83511f3dbcf6" providerId="ADAL" clId="{9E56FBCC-9D2B-4AC3-B084-603993C68A6A}" dt="2026-01-02T18:48:39.196" v="2981"/>
          <ac:cxnSpMkLst>
            <pc:docMk/>
            <pc:sldMk cId="3164535941" sldId="277"/>
            <ac:cxnSpMk id="3" creationId="{1B458B09-47B5-DAEF-467A-97C5E9805D9C}"/>
          </ac:cxnSpMkLst>
        </pc:cxnChg>
        <pc:cxnChg chg="add mod">
          <ac:chgData name="Johnson, Randall" userId="ca2a9510-4177-4989-a82b-83511f3dbcf6" providerId="ADAL" clId="{9E56FBCC-9D2B-4AC3-B084-603993C68A6A}" dt="2026-01-02T18:48:39.196" v="2981"/>
          <ac:cxnSpMkLst>
            <pc:docMk/>
            <pc:sldMk cId="3164535941" sldId="277"/>
            <ac:cxnSpMk id="5" creationId="{0DA16AF2-B79B-27F1-3CA7-42CFE3488CBC}"/>
          </ac:cxnSpMkLst>
        </pc:cxnChg>
        <pc:cxnChg chg="add mod">
          <ac:chgData name="Johnson, Randall" userId="ca2a9510-4177-4989-a82b-83511f3dbcf6" providerId="ADAL" clId="{9E56FBCC-9D2B-4AC3-B084-603993C68A6A}" dt="2026-01-02T19:32:48.258" v="3560"/>
          <ac:cxnSpMkLst>
            <pc:docMk/>
            <pc:sldMk cId="3164535941" sldId="277"/>
            <ac:cxnSpMk id="6" creationId="{76E6F091-AF47-58D1-C7F9-745AC36EF706}"/>
          </ac:cxnSpMkLst>
        </pc:cxnChg>
        <pc:cxnChg chg="del mod">
          <ac:chgData name="Johnson, Randall" userId="ca2a9510-4177-4989-a82b-83511f3dbcf6" providerId="ADAL" clId="{9E56FBCC-9D2B-4AC3-B084-603993C68A6A}" dt="2026-01-02T19:32:38.608" v="3555" actId="478"/>
          <ac:cxnSpMkLst>
            <pc:docMk/>
            <pc:sldMk cId="3164535941" sldId="277"/>
            <ac:cxnSpMk id="1155" creationId="{AAD23BB9-E6DF-54B2-9B19-FFF622B06703}"/>
          </ac:cxnSpMkLst>
        </pc:cxnChg>
        <pc:cxnChg chg="del mod">
          <ac:chgData name="Johnson, Randall" userId="ca2a9510-4177-4989-a82b-83511f3dbcf6" providerId="ADAL" clId="{9E56FBCC-9D2B-4AC3-B084-603993C68A6A}" dt="2026-01-02T19:32:37.083" v="3554" actId="478"/>
          <ac:cxnSpMkLst>
            <pc:docMk/>
            <pc:sldMk cId="3164535941" sldId="277"/>
            <ac:cxnSpMk id="1169" creationId="{311BE455-A17B-573E-6B1B-7E582777A5BC}"/>
          </ac:cxnSpMkLst>
        </pc:cxnChg>
        <pc:cxnChg chg="add del mod">
          <ac:chgData name="Johnson, Randall" userId="ca2a9510-4177-4989-a82b-83511f3dbcf6" providerId="ADAL" clId="{9E56FBCC-9D2B-4AC3-B084-603993C68A6A}" dt="2026-01-02T19:32:57.422" v="3578" actId="1036"/>
          <ac:cxnSpMkLst>
            <pc:docMk/>
            <pc:sldMk cId="3164535941" sldId="277"/>
            <ac:cxnSpMk id="1175" creationId="{BBF2D68D-B6A9-9FEB-EB0E-D541A53C1F3C}"/>
          </ac:cxnSpMkLst>
        </pc:cxnChg>
        <pc:cxnChg chg="del mod">
          <ac:chgData name="Johnson, Randall" userId="ca2a9510-4177-4989-a82b-83511f3dbcf6" providerId="ADAL" clId="{9E56FBCC-9D2B-4AC3-B084-603993C68A6A}" dt="2026-01-02T18:50:13.404" v="3003" actId="478"/>
          <ac:cxnSpMkLst>
            <pc:docMk/>
            <pc:sldMk cId="3164535941" sldId="277"/>
            <ac:cxnSpMk id="1276" creationId="{281A1C00-7348-D459-C7DD-39C83C30DFE6}"/>
          </ac:cxnSpMkLst>
        </pc:cxnChg>
        <pc:cxnChg chg="del mod">
          <ac:chgData name="Johnson, Randall" userId="ca2a9510-4177-4989-a82b-83511f3dbcf6" providerId="ADAL" clId="{9E56FBCC-9D2B-4AC3-B084-603993C68A6A}" dt="2026-01-02T19:32:45.624" v="3558" actId="478"/>
          <ac:cxnSpMkLst>
            <pc:docMk/>
            <pc:sldMk cId="3164535941" sldId="277"/>
            <ac:cxnSpMk id="1282" creationId="{4E2BE3E7-E124-DEFC-1A40-096F2DCF5366}"/>
          </ac:cxnSpMkLst>
        </pc:cxnChg>
        <pc:cxnChg chg="mod">
          <ac:chgData name="Johnson, Randall" userId="ca2a9510-4177-4989-a82b-83511f3dbcf6" providerId="ADAL" clId="{9E56FBCC-9D2B-4AC3-B084-603993C68A6A}" dt="2026-01-02T19:32:57.422" v="3578" actId="1036"/>
          <ac:cxnSpMkLst>
            <pc:docMk/>
            <pc:sldMk cId="3164535941" sldId="277"/>
            <ac:cxnSpMk id="1291" creationId="{386C4C21-5237-9138-7D39-6AE27C4D9912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45.568" v="3611"/>
        <pc:sldMkLst>
          <pc:docMk/>
          <pc:sldMk cId="4145547754" sldId="278"/>
        </pc:sldMkLst>
        <pc:spChg chg="add mod">
          <ac:chgData name="Johnson, Randall" userId="ca2a9510-4177-4989-a82b-83511f3dbcf6" providerId="ADAL" clId="{9E56FBCC-9D2B-4AC3-B084-603993C68A6A}" dt="2026-01-02T18:48:33.257" v="2980" actId="1036"/>
          <ac:spMkLst>
            <pc:docMk/>
            <pc:sldMk cId="4145547754" sldId="278"/>
            <ac:spMk id="2" creationId="{5AB0B0AB-3120-A21F-6DC1-B98C37B94920}"/>
          </ac:spMkLst>
        </pc:spChg>
        <pc:spChg chg="add mod">
          <ac:chgData name="Johnson, Randall" userId="ca2a9510-4177-4989-a82b-83511f3dbcf6" providerId="ADAL" clId="{9E56FBCC-9D2B-4AC3-B084-603993C68A6A}" dt="2026-01-02T18:48:33.257" v="2980" actId="1036"/>
          <ac:spMkLst>
            <pc:docMk/>
            <pc:sldMk cId="4145547754" sldId="278"/>
            <ac:spMk id="4" creationId="{398A864E-7D80-90EE-69EB-6BD71F5EAFB9}"/>
          </ac:spMkLst>
        </pc:spChg>
        <pc:spChg chg="add mod">
          <ac:chgData name="Johnson, Randall" userId="ca2a9510-4177-4989-a82b-83511f3dbcf6" providerId="ADAL" clId="{9E56FBCC-9D2B-4AC3-B084-603993C68A6A}" dt="2026-01-02T19:32:13.361" v="3549"/>
          <ac:spMkLst>
            <pc:docMk/>
            <pc:sldMk cId="4145547754" sldId="278"/>
            <ac:spMk id="7" creationId="{30DE0ED2-B1DD-E891-BCA9-630CDC7AEA00}"/>
          </ac:spMkLst>
        </pc:spChg>
        <pc:spChg chg="add mod">
          <ac:chgData name="Johnson, Randall" userId="ca2a9510-4177-4989-a82b-83511f3dbcf6" providerId="ADAL" clId="{9E56FBCC-9D2B-4AC3-B084-603993C68A6A}" dt="2026-01-02T19:38:45.568" v="3611"/>
          <ac:spMkLst>
            <pc:docMk/>
            <pc:sldMk cId="4145547754" sldId="278"/>
            <ac:spMk id="8" creationId="{4934CEC4-85CF-9BE9-A77D-C9D53CE7963B}"/>
          </ac:spMkLst>
        </pc:spChg>
        <pc:spChg chg="add mod">
          <ac:chgData name="Johnson, Randall" userId="ca2a9510-4177-4989-a82b-83511f3dbcf6" providerId="ADAL" clId="{9E56FBCC-9D2B-4AC3-B084-603993C68A6A}" dt="2026-01-02T19:38:45.568" v="3611"/>
          <ac:spMkLst>
            <pc:docMk/>
            <pc:sldMk cId="4145547754" sldId="278"/>
            <ac:spMk id="9" creationId="{E7635501-BEE8-1212-C0BE-8296D8994319}"/>
          </ac:spMkLst>
        </pc:spChg>
        <pc:spChg chg="add mod">
          <ac:chgData name="Johnson, Randall" userId="ca2a9510-4177-4989-a82b-83511f3dbcf6" providerId="ADAL" clId="{9E56FBCC-9D2B-4AC3-B084-603993C68A6A}" dt="2026-01-02T19:38:45.568" v="3611"/>
          <ac:spMkLst>
            <pc:docMk/>
            <pc:sldMk cId="4145547754" sldId="278"/>
            <ac:spMk id="10" creationId="{5569530B-F94B-0CA1-0287-2313FA5ACA58}"/>
          </ac:spMkLst>
        </pc:spChg>
        <pc:spChg chg="del">
          <ac:chgData name="Johnson, Randall" userId="ca2a9510-4177-4989-a82b-83511f3dbcf6" providerId="ADAL" clId="{9E56FBCC-9D2B-4AC3-B084-603993C68A6A}" dt="2026-01-02T19:32:21.733" v="3550" actId="478"/>
          <ac:spMkLst>
            <pc:docMk/>
            <pc:sldMk cId="4145547754" sldId="278"/>
            <ac:spMk id="1151" creationId="{7FFDB409-6ADC-A5F4-3BE9-E8DA5939CCE0}"/>
          </ac:spMkLst>
        </pc:spChg>
        <pc:spChg chg="del">
          <ac:chgData name="Johnson, Randall" userId="ca2a9510-4177-4989-a82b-83511f3dbcf6" providerId="ADAL" clId="{9E56FBCC-9D2B-4AC3-B084-603993C68A6A}" dt="2026-01-02T19:32:21.733" v="3550" actId="478"/>
          <ac:spMkLst>
            <pc:docMk/>
            <pc:sldMk cId="4145547754" sldId="278"/>
            <ac:spMk id="1165" creationId="{71754299-23D1-3174-49E0-6E6C74301411}"/>
          </ac:spMkLst>
        </pc:spChg>
        <pc:spChg chg="del mod">
          <ac:chgData name="Johnson, Randall" userId="ca2a9510-4177-4989-a82b-83511f3dbcf6" providerId="ADAL" clId="{9E56FBCC-9D2B-4AC3-B084-603993C68A6A}" dt="2026-01-02T18:50:25.148" v="3006" actId="478"/>
          <ac:spMkLst>
            <pc:docMk/>
            <pc:sldMk cId="4145547754" sldId="278"/>
            <ac:spMk id="1271" creationId="{D92A7C2A-0D4E-547E-89AF-CA9C65FFB9FF}"/>
          </ac:spMkLst>
        </pc:spChg>
        <pc:spChg chg="del">
          <ac:chgData name="Johnson, Randall" userId="ca2a9510-4177-4989-a82b-83511f3dbcf6" providerId="ADAL" clId="{9E56FBCC-9D2B-4AC3-B084-603993C68A6A}" dt="2026-01-02T19:32:21.733" v="3550" actId="478"/>
          <ac:spMkLst>
            <pc:docMk/>
            <pc:sldMk cId="4145547754" sldId="278"/>
            <ac:spMk id="1273" creationId="{09F3448B-7CAC-7F50-2EDA-DBFE38148E4A}"/>
          </ac:spMkLst>
        </pc:spChg>
        <pc:cxnChg chg="add mod">
          <ac:chgData name="Johnson, Randall" userId="ca2a9510-4177-4989-a82b-83511f3dbcf6" providerId="ADAL" clId="{9E56FBCC-9D2B-4AC3-B084-603993C68A6A}" dt="2026-01-02T18:48:33.257" v="2980" actId="1036"/>
          <ac:cxnSpMkLst>
            <pc:docMk/>
            <pc:sldMk cId="4145547754" sldId="278"/>
            <ac:cxnSpMk id="3" creationId="{AA0B965E-AA46-20DD-6CDD-5265BE602150}"/>
          </ac:cxnSpMkLst>
        </pc:cxnChg>
        <pc:cxnChg chg="add mod">
          <ac:chgData name="Johnson, Randall" userId="ca2a9510-4177-4989-a82b-83511f3dbcf6" providerId="ADAL" clId="{9E56FBCC-9D2B-4AC3-B084-603993C68A6A}" dt="2026-01-02T18:48:33.257" v="2980" actId="1036"/>
          <ac:cxnSpMkLst>
            <pc:docMk/>
            <pc:sldMk cId="4145547754" sldId="278"/>
            <ac:cxnSpMk id="5" creationId="{5D8861A4-A9D3-DC7F-14BC-EAD4C732CE40}"/>
          </ac:cxnSpMkLst>
        </pc:cxnChg>
        <pc:cxnChg chg="add mod">
          <ac:chgData name="Johnson, Randall" userId="ca2a9510-4177-4989-a82b-83511f3dbcf6" providerId="ADAL" clId="{9E56FBCC-9D2B-4AC3-B084-603993C68A6A}" dt="2026-01-02T19:32:13.361" v="3549"/>
          <ac:cxnSpMkLst>
            <pc:docMk/>
            <pc:sldMk cId="4145547754" sldId="278"/>
            <ac:cxnSpMk id="6" creationId="{98B4B1B4-8296-439E-983A-16C5FB49D7A0}"/>
          </ac:cxnSpMkLst>
        </pc:cxnChg>
        <pc:cxnChg chg="del mod">
          <ac:chgData name="Johnson, Randall" userId="ca2a9510-4177-4989-a82b-83511f3dbcf6" providerId="ADAL" clId="{9E56FBCC-9D2B-4AC3-B084-603993C68A6A}" dt="2026-01-02T19:32:23.898" v="3551" actId="478"/>
          <ac:cxnSpMkLst>
            <pc:docMk/>
            <pc:sldMk cId="4145547754" sldId="278"/>
            <ac:cxnSpMk id="1155" creationId="{9D8655EF-8A34-960C-9AFD-1E07277AA303}"/>
          </ac:cxnSpMkLst>
        </pc:cxnChg>
        <pc:cxnChg chg="del mod">
          <ac:chgData name="Johnson, Randall" userId="ca2a9510-4177-4989-a82b-83511f3dbcf6" providerId="ADAL" clId="{9E56FBCC-9D2B-4AC3-B084-603993C68A6A}" dt="2026-01-02T19:32:21.733" v="3550" actId="478"/>
          <ac:cxnSpMkLst>
            <pc:docMk/>
            <pc:sldMk cId="4145547754" sldId="278"/>
            <ac:cxnSpMk id="1169" creationId="{5FA280E9-261B-5DCD-FFED-921B66680ACC}"/>
          </ac:cxnSpMkLst>
        </pc:cxnChg>
        <pc:cxnChg chg="del mod">
          <ac:chgData name="Johnson, Randall" userId="ca2a9510-4177-4989-a82b-83511f3dbcf6" providerId="ADAL" clId="{9E56FBCC-9D2B-4AC3-B084-603993C68A6A}" dt="2026-01-02T18:50:21.735" v="3004" actId="478"/>
          <ac:cxnSpMkLst>
            <pc:docMk/>
            <pc:sldMk cId="4145547754" sldId="278"/>
            <ac:cxnSpMk id="1276" creationId="{233BB364-835D-0AC2-993D-249274A5D2B1}"/>
          </ac:cxnSpMkLst>
        </pc:cxnChg>
        <pc:cxnChg chg="del mod">
          <ac:chgData name="Johnson, Randall" userId="ca2a9510-4177-4989-a82b-83511f3dbcf6" providerId="ADAL" clId="{9E56FBCC-9D2B-4AC3-B084-603993C68A6A}" dt="2026-01-02T19:32:21.733" v="3550" actId="478"/>
          <ac:cxnSpMkLst>
            <pc:docMk/>
            <pc:sldMk cId="4145547754" sldId="278"/>
            <ac:cxnSpMk id="1282" creationId="{CF0E2A05-650D-95D3-D0E8-5BFFB50A7B37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43.132" v="3610"/>
        <pc:sldMkLst>
          <pc:docMk/>
          <pc:sldMk cId="1185911974" sldId="279"/>
        </pc:sldMkLst>
        <pc:spChg chg="add mod">
          <ac:chgData name="Johnson, Randall" userId="ca2a9510-4177-4989-a82b-83511f3dbcf6" providerId="ADAL" clId="{9E56FBCC-9D2B-4AC3-B084-603993C68A6A}" dt="2026-01-02T19:31:51.022" v="3548"/>
          <ac:spMkLst>
            <pc:docMk/>
            <pc:sldMk cId="1185911974" sldId="279"/>
            <ac:spMk id="6" creationId="{67190448-6E5A-A213-00C8-1977107889AC}"/>
          </ac:spMkLst>
        </pc:spChg>
        <pc:spChg chg="add mod">
          <ac:chgData name="Johnson, Randall" userId="ca2a9510-4177-4989-a82b-83511f3dbcf6" providerId="ADAL" clId="{9E56FBCC-9D2B-4AC3-B084-603993C68A6A}" dt="2026-01-02T19:38:43.132" v="3610"/>
          <ac:spMkLst>
            <pc:docMk/>
            <pc:sldMk cId="1185911974" sldId="279"/>
            <ac:spMk id="7" creationId="{C48F9FBD-7B67-9C1F-C494-3693151A3128}"/>
          </ac:spMkLst>
        </pc:spChg>
        <pc:spChg chg="add mod">
          <ac:chgData name="Johnson, Randall" userId="ca2a9510-4177-4989-a82b-83511f3dbcf6" providerId="ADAL" clId="{9E56FBCC-9D2B-4AC3-B084-603993C68A6A}" dt="2026-01-02T19:38:43.132" v="3610"/>
          <ac:spMkLst>
            <pc:docMk/>
            <pc:sldMk cId="1185911974" sldId="279"/>
            <ac:spMk id="8" creationId="{23EC34F9-9A27-FDC4-CB81-1B7FDFCA6673}"/>
          </ac:spMkLst>
        </pc:spChg>
        <pc:spChg chg="add mod">
          <ac:chgData name="Johnson, Randall" userId="ca2a9510-4177-4989-a82b-83511f3dbcf6" providerId="ADAL" clId="{9E56FBCC-9D2B-4AC3-B084-603993C68A6A}" dt="2026-01-02T19:38:43.132" v="3610"/>
          <ac:spMkLst>
            <pc:docMk/>
            <pc:sldMk cId="1185911974" sldId="279"/>
            <ac:spMk id="9" creationId="{832D8A9E-352C-ED49-6DEB-21159ADABEB1}"/>
          </ac:spMkLst>
        </pc:spChg>
        <pc:spChg chg="del">
          <ac:chgData name="Johnson, Randall" userId="ca2a9510-4177-4989-a82b-83511f3dbcf6" providerId="ADAL" clId="{9E56FBCC-9D2B-4AC3-B084-603993C68A6A}" dt="2026-01-02T19:31:33.276" v="3544" actId="478"/>
          <ac:spMkLst>
            <pc:docMk/>
            <pc:sldMk cId="1185911974" sldId="279"/>
            <ac:spMk id="1151" creationId="{EEC5AE6A-FC0A-9111-4464-9F2FE284A6BA}"/>
          </ac:spMkLst>
        </pc:spChg>
        <pc:spChg chg="del">
          <ac:chgData name="Johnson, Randall" userId="ca2a9510-4177-4989-a82b-83511f3dbcf6" providerId="ADAL" clId="{9E56FBCC-9D2B-4AC3-B084-603993C68A6A}" dt="2026-01-02T19:31:28.578" v="3542" actId="478"/>
          <ac:spMkLst>
            <pc:docMk/>
            <pc:sldMk cId="1185911974" sldId="279"/>
            <ac:spMk id="1165" creationId="{7ABE4813-847B-0195-84A5-986AF1351E91}"/>
          </ac:spMkLst>
        </pc:spChg>
        <pc:spChg chg="del">
          <ac:chgData name="Johnson, Randall" userId="ca2a9510-4177-4989-a82b-83511f3dbcf6" providerId="ADAL" clId="{9E56FBCC-9D2B-4AC3-B084-603993C68A6A}" dt="2026-01-02T19:31:38.783" v="3547" actId="478"/>
          <ac:spMkLst>
            <pc:docMk/>
            <pc:sldMk cId="1185911974" sldId="279"/>
            <ac:spMk id="1273" creationId="{BBFD4070-5BCD-A589-8100-A4232EB45238}"/>
          </ac:spMkLst>
        </pc:spChg>
        <pc:cxnChg chg="add mod">
          <ac:chgData name="Johnson, Randall" userId="ca2a9510-4177-4989-a82b-83511f3dbcf6" providerId="ADAL" clId="{9E56FBCC-9D2B-4AC3-B084-603993C68A6A}" dt="2026-01-02T19:22:00.168" v="3156" actId="692"/>
          <ac:cxnSpMkLst>
            <pc:docMk/>
            <pc:sldMk cId="1185911974" sldId="279"/>
            <ac:cxnSpMk id="2" creationId="{BE879893-B29A-4676-4253-20D63EF50FC1}"/>
          </ac:cxnSpMkLst>
        </pc:cxnChg>
        <pc:cxnChg chg="add mod">
          <ac:chgData name="Johnson, Randall" userId="ca2a9510-4177-4989-a82b-83511f3dbcf6" providerId="ADAL" clId="{9E56FBCC-9D2B-4AC3-B084-603993C68A6A}" dt="2026-01-02T19:21:49.211" v="3155" actId="692"/>
          <ac:cxnSpMkLst>
            <pc:docMk/>
            <pc:sldMk cId="1185911974" sldId="279"/>
            <ac:cxnSpMk id="3" creationId="{70BD6F92-544F-9CB4-F883-54A21F77751D}"/>
          </ac:cxnSpMkLst>
        </pc:cxnChg>
        <pc:cxnChg chg="add del mod">
          <ac:chgData name="Johnson, Randall" userId="ca2a9510-4177-4989-a82b-83511f3dbcf6" providerId="ADAL" clId="{9E56FBCC-9D2B-4AC3-B084-603993C68A6A}" dt="2026-01-02T19:31:24.299" v="3541" actId="478"/>
          <ac:cxnSpMkLst>
            <pc:docMk/>
            <pc:sldMk cId="1185911974" sldId="279"/>
            <ac:cxnSpMk id="4" creationId="{93C58377-858F-BFB0-F4CB-064E16B50ABD}"/>
          </ac:cxnSpMkLst>
        </pc:cxnChg>
        <pc:cxnChg chg="add mod">
          <ac:chgData name="Johnson, Randall" userId="ca2a9510-4177-4989-a82b-83511f3dbcf6" providerId="ADAL" clId="{9E56FBCC-9D2B-4AC3-B084-603993C68A6A}" dt="2026-01-02T19:31:51.022" v="3548"/>
          <ac:cxnSpMkLst>
            <pc:docMk/>
            <pc:sldMk cId="1185911974" sldId="279"/>
            <ac:cxnSpMk id="5" creationId="{BF5D8348-473E-BBB0-DCB7-BE59D409C6F1}"/>
          </ac:cxnSpMkLst>
        </pc:cxnChg>
        <pc:cxnChg chg="del mod">
          <ac:chgData name="Johnson, Randall" userId="ca2a9510-4177-4989-a82b-83511f3dbcf6" providerId="ADAL" clId="{9E56FBCC-9D2B-4AC3-B084-603993C68A6A}" dt="2026-01-02T19:31:34.773" v="3545" actId="478"/>
          <ac:cxnSpMkLst>
            <pc:docMk/>
            <pc:sldMk cId="1185911974" sldId="279"/>
            <ac:cxnSpMk id="1155" creationId="{C4957EF9-C08F-4701-826C-40A6A9A0DA0E}"/>
          </ac:cxnSpMkLst>
        </pc:cxnChg>
        <pc:cxnChg chg="del mod">
          <ac:chgData name="Johnson, Randall" userId="ca2a9510-4177-4989-a82b-83511f3dbcf6" providerId="ADAL" clId="{9E56FBCC-9D2B-4AC3-B084-603993C68A6A}" dt="2026-01-02T19:31:31.420" v="3543" actId="478"/>
          <ac:cxnSpMkLst>
            <pc:docMk/>
            <pc:sldMk cId="1185911974" sldId="279"/>
            <ac:cxnSpMk id="1169" creationId="{4BD75EE0-5525-F170-488A-2795E162A4CB}"/>
          </ac:cxnSpMkLst>
        </pc:cxnChg>
        <pc:cxnChg chg="del mod">
          <ac:chgData name="Johnson, Randall" userId="ca2a9510-4177-4989-a82b-83511f3dbcf6" providerId="ADAL" clId="{9E56FBCC-9D2B-4AC3-B084-603993C68A6A}" dt="2026-01-02T19:31:36.970" v="3546" actId="478"/>
          <ac:cxnSpMkLst>
            <pc:docMk/>
            <pc:sldMk cId="1185911974" sldId="279"/>
            <ac:cxnSpMk id="1282" creationId="{B4FB7DE8-63D2-90AB-9267-502B0BEAFC50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38.513" v="3609"/>
        <pc:sldMkLst>
          <pc:docMk/>
          <pc:sldMk cId="1563109864" sldId="280"/>
        </pc:sldMkLst>
        <pc:spChg chg="add mod">
          <ac:chgData name="Johnson, Randall" userId="ca2a9510-4177-4989-a82b-83511f3dbcf6" providerId="ADAL" clId="{9E56FBCC-9D2B-4AC3-B084-603993C68A6A}" dt="2026-01-02T19:38:38.513" v="3609"/>
          <ac:spMkLst>
            <pc:docMk/>
            <pc:sldMk cId="1563109864" sldId="280"/>
            <ac:spMk id="2" creationId="{8F1A8C36-A9F5-821D-F9CC-276DB0EE6811}"/>
          </ac:spMkLst>
        </pc:spChg>
        <pc:spChg chg="add mod">
          <ac:chgData name="Johnson, Randall" userId="ca2a9510-4177-4989-a82b-83511f3dbcf6" providerId="ADAL" clId="{9E56FBCC-9D2B-4AC3-B084-603993C68A6A}" dt="2026-01-02T19:38:38.513" v="3609"/>
          <ac:spMkLst>
            <pc:docMk/>
            <pc:sldMk cId="1563109864" sldId="280"/>
            <ac:spMk id="3" creationId="{F4567DAA-0CF7-0858-A459-8B6B66E579A4}"/>
          </ac:spMkLst>
        </pc:spChg>
        <pc:spChg chg="add mod">
          <ac:chgData name="Johnson, Randall" userId="ca2a9510-4177-4989-a82b-83511f3dbcf6" providerId="ADAL" clId="{9E56FBCC-9D2B-4AC3-B084-603993C68A6A}" dt="2026-01-02T19:38:38.513" v="3609"/>
          <ac:spMkLst>
            <pc:docMk/>
            <pc:sldMk cId="1563109864" sldId="280"/>
            <ac:spMk id="4" creationId="{B39BF594-E287-915D-4D5A-CAC796F9EF71}"/>
          </ac:spMkLst>
        </pc:spChg>
        <pc:spChg chg="del">
          <ac:chgData name="Johnson, Randall" userId="ca2a9510-4177-4989-a82b-83511f3dbcf6" providerId="ADAL" clId="{9E56FBCC-9D2B-4AC3-B084-603993C68A6A}" dt="2026-01-02T19:25:06.044" v="3293" actId="478"/>
          <ac:spMkLst>
            <pc:docMk/>
            <pc:sldMk cId="1563109864" sldId="280"/>
            <ac:spMk id="1147" creationId="{633D100A-7D2E-314B-B15D-92E323E0F0BB}"/>
          </ac:spMkLst>
        </pc:spChg>
        <pc:spChg chg="del">
          <ac:chgData name="Johnson, Randall" userId="ca2a9510-4177-4989-a82b-83511f3dbcf6" providerId="ADAL" clId="{9E56FBCC-9D2B-4AC3-B084-603993C68A6A}" dt="2026-01-02T19:25:13.142" v="3295" actId="478"/>
          <ac:spMkLst>
            <pc:docMk/>
            <pc:sldMk cId="1563109864" sldId="280"/>
            <ac:spMk id="1151" creationId="{AD2A0201-F972-1CEE-C195-E2D224551F40}"/>
          </ac:spMkLst>
        </pc:spChg>
        <pc:cxnChg chg="del mod">
          <ac:chgData name="Johnson, Randall" userId="ca2a9510-4177-4989-a82b-83511f3dbcf6" providerId="ADAL" clId="{9E56FBCC-9D2B-4AC3-B084-603993C68A6A}" dt="2026-01-02T19:25:07.413" v="3294" actId="478"/>
          <ac:cxnSpMkLst>
            <pc:docMk/>
            <pc:sldMk cId="1563109864" sldId="280"/>
            <ac:cxnSpMk id="1149" creationId="{E3F64B39-1E50-0D17-8117-36D7D3719C56}"/>
          </ac:cxnSpMkLst>
        </pc:cxnChg>
        <pc:cxnChg chg="del mod">
          <ac:chgData name="Johnson, Randall" userId="ca2a9510-4177-4989-a82b-83511f3dbcf6" providerId="ADAL" clId="{9E56FBCC-9D2B-4AC3-B084-603993C68A6A}" dt="2026-01-02T19:25:14.719" v="3296" actId="478"/>
          <ac:cxnSpMkLst>
            <pc:docMk/>
            <pc:sldMk cId="1563109864" sldId="280"/>
            <ac:cxnSpMk id="1155" creationId="{3308520B-EAA1-591F-58EB-C518AE6E1CF6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35.639" v="3608"/>
        <pc:sldMkLst>
          <pc:docMk/>
          <pc:sldMk cId="86108179" sldId="281"/>
        </pc:sldMkLst>
        <pc:spChg chg="add mod">
          <ac:chgData name="Johnson, Randall" userId="ca2a9510-4177-4989-a82b-83511f3dbcf6" providerId="ADAL" clId="{9E56FBCC-9D2B-4AC3-B084-603993C68A6A}" dt="2026-01-02T19:38:35.639" v="3608"/>
          <ac:spMkLst>
            <pc:docMk/>
            <pc:sldMk cId="86108179" sldId="281"/>
            <ac:spMk id="2" creationId="{7D1147F5-D235-B69C-4825-95B45F69343F}"/>
          </ac:spMkLst>
        </pc:spChg>
        <pc:spChg chg="add mod">
          <ac:chgData name="Johnson, Randall" userId="ca2a9510-4177-4989-a82b-83511f3dbcf6" providerId="ADAL" clId="{9E56FBCC-9D2B-4AC3-B084-603993C68A6A}" dt="2026-01-02T19:38:35.639" v="3608"/>
          <ac:spMkLst>
            <pc:docMk/>
            <pc:sldMk cId="86108179" sldId="281"/>
            <ac:spMk id="3" creationId="{997FED29-250F-FDFC-8400-3D5D754BB27F}"/>
          </ac:spMkLst>
        </pc:spChg>
        <pc:spChg chg="add mod">
          <ac:chgData name="Johnson, Randall" userId="ca2a9510-4177-4989-a82b-83511f3dbcf6" providerId="ADAL" clId="{9E56FBCC-9D2B-4AC3-B084-603993C68A6A}" dt="2026-01-02T19:38:35.639" v="3608"/>
          <ac:spMkLst>
            <pc:docMk/>
            <pc:sldMk cId="86108179" sldId="281"/>
            <ac:spMk id="4" creationId="{791B8509-95F0-EA57-B6D4-CE981FA5A5FD}"/>
          </ac:spMkLst>
        </pc:spChg>
        <pc:spChg chg="del">
          <ac:chgData name="Johnson, Randall" userId="ca2a9510-4177-4989-a82b-83511f3dbcf6" providerId="ADAL" clId="{9E56FBCC-9D2B-4AC3-B084-603993C68A6A}" dt="2026-01-02T19:25:20.501" v="3297" actId="478"/>
          <ac:spMkLst>
            <pc:docMk/>
            <pc:sldMk cId="86108179" sldId="281"/>
            <ac:spMk id="1147" creationId="{FA4CBA5F-91A9-745E-8F1F-6ED75125115E}"/>
          </ac:spMkLst>
        </pc:spChg>
        <pc:spChg chg="del">
          <ac:chgData name="Johnson, Randall" userId="ca2a9510-4177-4989-a82b-83511f3dbcf6" providerId="ADAL" clId="{9E56FBCC-9D2B-4AC3-B084-603993C68A6A}" dt="2026-01-02T19:25:24.888" v="3299" actId="478"/>
          <ac:spMkLst>
            <pc:docMk/>
            <pc:sldMk cId="86108179" sldId="281"/>
            <ac:spMk id="1151" creationId="{DC5A7541-B4A6-EE88-921B-B5E87A993EEB}"/>
          </ac:spMkLst>
        </pc:spChg>
        <pc:cxnChg chg="del mod">
          <ac:chgData name="Johnson, Randall" userId="ca2a9510-4177-4989-a82b-83511f3dbcf6" providerId="ADAL" clId="{9E56FBCC-9D2B-4AC3-B084-603993C68A6A}" dt="2026-01-02T19:25:22.196" v="3298" actId="478"/>
          <ac:cxnSpMkLst>
            <pc:docMk/>
            <pc:sldMk cId="86108179" sldId="281"/>
            <ac:cxnSpMk id="1149" creationId="{6AD3B602-BFC8-409C-0A68-C6FF74BBDAE1}"/>
          </ac:cxnSpMkLst>
        </pc:cxnChg>
        <pc:cxnChg chg="del mod">
          <ac:chgData name="Johnson, Randall" userId="ca2a9510-4177-4989-a82b-83511f3dbcf6" providerId="ADAL" clId="{9E56FBCC-9D2B-4AC3-B084-603993C68A6A}" dt="2026-01-02T19:25:26.925" v="3300" actId="478"/>
          <ac:cxnSpMkLst>
            <pc:docMk/>
            <pc:sldMk cId="86108179" sldId="281"/>
            <ac:cxnSpMk id="1155" creationId="{6B09D9EA-7542-C3F6-1CC1-9272ADEBD8EE}"/>
          </ac:cxnSpMkLst>
        </pc:cxnChg>
      </pc:sldChg>
      <pc:sldChg chg="addSp delSp modSp add mod">
        <pc:chgData name="Johnson, Randall" userId="ca2a9510-4177-4989-a82b-83511f3dbcf6" providerId="ADAL" clId="{9E56FBCC-9D2B-4AC3-B084-603993C68A6A}" dt="2026-01-02T19:38:00.917" v="3603" actId="20577"/>
        <pc:sldMkLst>
          <pc:docMk/>
          <pc:sldMk cId="1260631984" sldId="282"/>
        </pc:sldMkLst>
        <pc:spChg chg="add mod">
          <ac:chgData name="Johnson, Randall" userId="ca2a9510-4177-4989-a82b-83511f3dbcf6" providerId="ADAL" clId="{9E56FBCC-9D2B-4AC3-B084-603993C68A6A}" dt="2026-01-02T19:37:24.081" v="3589" actId="1076"/>
          <ac:spMkLst>
            <pc:docMk/>
            <pc:sldMk cId="1260631984" sldId="282"/>
            <ac:spMk id="2" creationId="{3C998919-B52E-6E78-7E8C-DE95D78407EC}"/>
          </ac:spMkLst>
        </pc:spChg>
        <pc:spChg chg="add mod">
          <ac:chgData name="Johnson, Randall" userId="ca2a9510-4177-4989-a82b-83511f3dbcf6" providerId="ADAL" clId="{9E56FBCC-9D2B-4AC3-B084-603993C68A6A}" dt="2026-01-02T19:37:49.339" v="3595" actId="20577"/>
          <ac:spMkLst>
            <pc:docMk/>
            <pc:sldMk cId="1260631984" sldId="282"/>
            <ac:spMk id="3" creationId="{7EB665A4-FC88-F04C-15B9-BDDB580B8BB8}"/>
          </ac:spMkLst>
        </pc:spChg>
        <pc:spChg chg="add mod">
          <ac:chgData name="Johnson, Randall" userId="ca2a9510-4177-4989-a82b-83511f3dbcf6" providerId="ADAL" clId="{9E56FBCC-9D2B-4AC3-B084-603993C68A6A}" dt="2026-01-02T19:38:00.917" v="3603" actId="20577"/>
          <ac:spMkLst>
            <pc:docMk/>
            <pc:sldMk cId="1260631984" sldId="282"/>
            <ac:spMk id="4" creationId="{4E006C08-80B3-B6E7-B4ED-B12450A92894}"/>
          </ac:spMkLst>
        </pc:spChg>
        <pc:spChg chg="del">
          <ac:chgData name="Johnson, Randall" userId="ca2a9510-4177-4989-a82b-83511f3dbcf6" providerId="ADAL" clId="{9E56FBCC-9D2B-4AC3-B084-603993C68A6A}" dt="2026-01-02T19:25:32.628" v="3301" actId="478"/>
          <ac:spMkLst>
            <pc:docMk/>
            <pc:sldMk cId="1260631984" sldId="282"/>
            <ac:spMk id="1147" creationId="{2F11CD16-3487-770C-2370-ECDDD2348DCA}"/>
          </ac:spMkLst>
        </pc:spChg>
        <pc:spChg chg="del">
          <ac:chgData name="Johnson, Randall" userId="ca2a9510-4177-4989-a82b-83511f3dbcf6" providerId="ADAL" clId="{9E56FBCC-9D2B-4AC3-B084-603993C68A6A}" dt="2026-01-02T19:25:39.156" v="3305" actId="478"/>
          <ac:spMkLst>
            <pc:docMk/>
            <pc:sldMk cId="1260631984" sldId="282"/>
            <ac:spMk id="1151" creationId="{19E4A388-4AEE-38AB-EDA7-E6055860D5A5}"/>
          </ac:spMkLst>
        </pc:spChg>
        <pc:picChg chg="mod">
          <ac:chgData name="Johnson, Randall" userId="ca2a9510-4177-4989-a82b-83511f3dbcf6" providerId="ADAL" clId="{9E56FBCC-9D2B-4AC3-B084-603993C68A6A}" dt="2026-01-02T19:25:34.497" v="3303" actId="1076"/>
          <ac:picMkLst>
            <pc:docMk/>
            <pc:sldMk cId="1260631984" sldId="282"/>
            <ac:picMk id="1252" creationId="{2E19DF0D-F854-EAFA-FF13-2724F0AE87B2}"/>
          </ac:picMkLst>
        </pc:picChg>
        <pc:cxnChg chg="del mod">
          <ac:chgData name="Johnson, Randall" userId="ca2a9510-4177-4989-a82b-83511f3dbcf6" providerId="ADAL" clId="{9E56FBCC-9D2B-4AC3-B084-603993C68A6A}" dt="2026-01-02T19:25:36.454" v="3304" actId="478"/>
          <ac:cxnSpMkLst>
            <pc:docMk/>
            <pc:sldMk cId="1260631984" sldId="282"/>
            <ac:cxnSpMk id="1149" creationId="{7EF14880-468E-0B18-F8FE-A646233C0F7F}"/>
          </ac:cxnSpMkLst>
        </pc:cxnChg>
        <pc:cxnChg chg="del mod">
          <ac:chgData name="Johnson, Randall" userId="ca2a9510-4177-4989-a82b-83511f3dbcf6" providerId="ADAL" clId="{9E56FBCC-9D2B-4AC3-B084-603993C68A6A}" dt="2026-01-02T19:25:41.185" v="3306" actId="478"/>
          <ac:cxnSpMkLst>
            <pc:docMk/>
            <pc:sldMk cId="1260631984" sldId="282"/>
            <ac:cxnSpMk id="1155" creationId="{B5CCF6CE-7378-FA18-B0A5-21FC6B51FDE8}"/>
          </ac:cxnSpMkLst>
        </pc:cxnChg>
      </pc:sldChg>
      <pc:sldChg chg="addSp modSp add">
        <pc:chgData name="Johnson, Randall" userId="ca2a9510-4177-4989-a82b-83511f3dbcf6" providerId="ADAL" clId="{9E56FBCC-9D2B-4AC3-B084-603993C68A6A}" dt="2026-01-02T19:38:23.028" v="3607"/>
        <pc:sldMkLst>
          <pc:docMk/>
          <pc:sldMk cId="1560563479" sldId="283"/>
        </pc:sldMkLst>
        <pc:spChg chg="add mod">
          <ac:chgData name="Johnson, Randall" userId="ca2a9510-4177-4989-a82b-83511f3dbcf6" providerId="ADAL" clId="{9E56FBCC-9D2B-4AC3-B084-603993C68A6A}" dt="2026-01-02T19:38:23.028" v="3607"/>
          <ac:spMkLst>
            <pc:docMk/>
            <pc:sldMk cId="1560563479" sldId="283"/>
            <ac:spMk id="2" creationId="{D9DF7636-C931-7AD2-AD15-5491A525D791}"/>
          </ac:spMkLst>
        </pc:spChg>
        <pc:spChg chg="add mod">
          <ac:chgData name="Johnson, Randall" userId="ca2a9510-4177-4989-a82b-83511f3dbcf6" providerId="ADAL" clId="{9E56FBCC-9D2B-4AC3-B084-603993C68A6A}" dt="2026-01-02T19:38:23.028" v="3607"/>
          <ac:spMkLst>
            <pc:docMk/>
            <pc:sldMk cId="1560563479" sldId="283"/>
            <ac:spMk id="3" creationId="{93EC2382-5AD0-80DE-C21D-281AFFFA9969}"/>
          </ac:spMkLst>
        </pc:spChg>
        <pc:spChg chg="add mod">
          <ac:chgData name="Johnson, Randall" userId="ca2a9510-4177-4989-a82b-83511f3dbcf6" providerId="ADAL" clId="{9E56FBCC-9D2B-4AC3-B084-603993C68A6A}" dt="2026-01-02T19:38:23.028" v="3607"/>
          <ac:spMkLst>
            <pc:docMk/>
            <pc:sldMk cId="1560563479" sldId="283"/>
            <ac:spMk id="4" creationId="{02764910-F6C7-9F28-9887-2124566DF73E}"/>
          </ac:spMkLst>
        </pc:spChg>
      </pc:sldChg>
      <pc:sldChg chg="addSp modSp add">
        <pc:chgData name="Johnson, Randall" userId="ca2a9510-4177-4989-a82b-83511f3dbcf6" providerId="ADAL" clId="{9E56FBCC-9D2B-4AC3-B084-603993C68A6A}" dt="2026-01-02T19:38:20.204" v="3606"/>
        <pc:sldMkLst>
          <pc:docMk/>
          <pc:sldMk cId="1080337526" sldId="284"/>
        </pc:sldMkLst>
        <pc:spChg chg="add mod">
          <ac:chgData name="Johnson, Randall" userId="ca2a9510-4177-4989-a82b-83511f3dbcf6" providerId="ADAL" clId="{9E56FBCC-9D2B-4AC3-B084-603993C68A6A}" dt="2026-01-02T19:38:20.204" v="3606"/>
          <ac:spMkLst>
            <pc:docMk/>
            <pc:sldMk cId="1080337526" sldId="284"/>
            <ac:spMk id="2" creationId="{A71BA452-0FD9-ACBA-575F-9545FBBA9453}"/>
          </ac:spMkLst>
        </pc:spChg>
        <pc:spChg chg="add mod">
          <ac:chgData name="Johnson, Randall" userId="ca2a9510-4177-4989-a82b-83511f3dbcf6" providerId="ADAL" clId="{9E56FBCC-9D2B-4AC3-B084-603993C68A6A}" dt="2026-01-02T19:38:20.204" v="3606"/>
          <ac:spMkLst>
            <pc:docMk/>
            <pc:sldMk cId="1080337526" sldId="284"/>
            <ac:spMk id="3" creationId="{169F71AF-8F53-CD24-CD70-BA15DD11EA23}"/>
          </ac:spMkLst>
        </pc:spChg>
        <pc:spChg chg="add mod">
          <ac:chgData name="Johnson, Randall" userId="ca2a9510-4177-4989-a82b-83511f3dbcf6" providerId="ADAL" clId="{9E56FBCC-9D2B-4AC3-B084-603993C68A6A}" dt="2026-01-02T19:38:20.204" v="3606"/>
          <ac:spMkLst>
            <pc:docMk/>
            <pc:sldMk cId="1080337526" sldId="284"/>
            <ac:spMk id="4" creationId="{8E6841A7-01AC-DB62-1067-8C658AE9087C}"/>
          </ac:spMkLst>
        </pc:spChg>
      </pc:sldChg>
      <pc:sldChg chg="addSp modSp add">
        <pc:chgData name="Johnson, Randall" userId="ca2a9510-4177-4989-a82b-83511f3dbcf6" providerId="ADAL" clId="{9E56FBCC-9D2B-4AC3-B084-603993C68A6A}" dt="2026-01-02T19:38:17.040" v="3605"/>
        <pc:sldMkLst>
          <pc:docMk/>
          <pc:sldMk cId="716615263" sldId="285"/>
        </pc:sldMkLst>
        <pc:spChg chg="add mod">
          <ac:chgData name="Johnson, Randall" userId="ca2a9510-4177-4989-a82b-83511f3dbcf6" providerId="ADAL" clId="{9E56FBCC-9D2B-4AC3-B084-603993C68A6A}" dt="2026-01-02T19:38:17.040" v="3605"/>
          <ac:spMkLst>
            <pc:docMk/>
            <pc:sldMk cId="716615263" sldId="285"/>
            <ac:spMk id="2" creationId="{260BA238-4926-002C-2245-2A1CFD0701FD}"/>
          </ac:spMkLst>
        </pc:spChg>
        <pc:spChg chg="add mod">
          <ac:chgData name="Johnson, Randall" userId="ca2a9510-4177-4989-a82b-83511f3dbcf6" providerId="ADAL" clId="{9E56FBCC-9D2B-4AC3-B084-603993C68A6A}" dt="2026-01-02T19:38:17.040" v="3605"/>
          <ac:spMkLst>
            <pc:docMk/>
            <pc:sldMk cId="716615263" sldId="285"/>
            <ac:spMk id="3" creationId="{CCD837C8-264D-F2D4-BAFA-FA2D0DC26C9A}"/>
          </ac:spMkLst>
        </pc:spChg>
        <pc:spChg chg="add mod">
          <ac:chgData name="Johnson, Randall" userId="ca2a9510-4177-4989-a82b-83511f3dbcf6" providerId="ADAL" clId="{9E56FBCC-9D2B-4AC3-B084-603993C68A6A}" dt="2026-01-02T19:38:17.040" v="3605"/>
          <ac:spMkLst>
            <pc:docMk/>
            <pc:sldMk cId="716615263" sldId="285"/>
            <ac:spMk id="4" creationId="{97B26968-78D6-4B8E-5832-66B752D82F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62CE9-C7C9-46E6-8524-756596C4C21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8E8BC-EF44-4760-A733-1EC65F88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3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4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6902-FC56-B978-0ED1-0D91679B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E8FCB-BCFA-47F0-5276-F9B7759A1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3D656-9354-FD9C-5715-5F78B44AA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60E70-3658-B0E7-284A-1FA3AD82A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8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11B2-5FF1-1224-3EBB-A60111E8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CCC34-F83C-C3AB-AF5A-ECBCD293C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997C1-7068-81AC-75DC-BABC71028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67BF3-2E4E-7336-A114-5799C2A12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8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EDD6-B329-2343-9987-5CE2C550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5A88A-D4E2-B039-9482-78A4510B0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86E19-AAB3-82DF-75EF-BE72E36C6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B185D-0DEA-8C2E-91B4-F59B44EB3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4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CD47C-A4BA-A063-C069-ACF499E2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FFD7D-C989-F336-5552-98D119626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7E2D4-4AD3-E3E0-860A-6F4B52705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8E67F-5BA0-B7F8-0E07-E21626D53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54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5AC1-5567-F197-6E55-BDED4130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09620-7534-94AA-535C-60E2DF5BC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0044D-4AEF-5C77-1CD0-8BE46B68E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A497C-9199-9077-CB4E-3602EC0C5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54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6D66F-1C9D-5B99-3B03-89720A2A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DFE0D-8E73-69F2-D817-FFE1E4ADA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FAE30-A573-634D-E007-F11466EAD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4744-4552-BFBA-9D28-243B1D0A9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65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F2F15-3304-78E8-C77F-0CD406C6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7100F-85FC-139A-5D2E-0C2999683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77A2E-FFD8-7469-399A-F6A1E8C62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CC852-FE32-D594-B4F3-58BAB1FE1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99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5A37-2527-4551-9FF3-060FDEA7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09A60-A147-5175-67DB-769572AF1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28721-0C3D-9B5E-CE88-C62D2ED6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8E8FC-0F5D-34E3-83E2-18A912538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9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1F91-51AC-F417-8D00-35660997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A6864-F1D0-DB5F-D3B1-30372FC03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A9AD9-4951-BDCC-C1E0-A01ABBB7F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32668-45DC-59F5-FF73-CD4A13420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26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B300-00AA-43AB-4EFC-D2F59372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625DB-63DA-B08F-818A-D8AFD9DDA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B05BF-B26F-DF95-D47B-C2E5D7001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80DEB-5E35-00DB-1265-2CFF5156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33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1136-C5C4-1C26-77B5-AB834C99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BB91F-2437-C6FC-02BC-B902AB034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F5DCA-22CD-A788-8BE2-19F6E2A84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EC377-1ED6-1ECB-AF72-729F5E44A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62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185E-6327-8755-71BF-33314880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A3656-0B24-9191-0D80-2F96926DC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74451-616C-E1C2-7EDE-C7DF679A9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AA093-7CF8-D02F-7DA1-590EA1A29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01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5C66-91A4-1292-DF54-911BE631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84DD3-2FD3-7392-BFBA-931BEFA2E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EC0D5-1EFA-9D9C-BBA4-C249E3298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AF163-A226-CB82-AB4B-A419266AC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9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A4D7F-1473-1753-E5ED-5327D80EE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199AC-6908-60CE-AD91-C0462DA0A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4918E-D751-3300-C58D-9A82614EE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8C1B8-3FC2-A080-E6B2-24B5EDA09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88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0671-7EFF-84A0-FF3E-72E759C1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6DCF1-24FC-C1BB-9669-4B2F61BDB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44D89-0EDC-DC7D-D57D-85C69CC28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7D2BC-2022-6105-4CDD-58C82E129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07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5FB7-1731-73C3-918C-D79C0E0E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B41EB-FB82-F5F4-22F8-4CE7BB6A8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5E3C1-E5CA-B93C-7222-E5184CBAE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825DA-2E78-2BED-C2EB-21E556840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8E8BC-EF44-4760-A733-1EC65F8814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0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A53F-A8EA-F650-2FFF-C878D1C2A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B367B-487A-99F3-60C9-F65EF7178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52BD-812C-6289-947A-D1415530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EE608-A98E-E47C-BC78-D1310ACE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55683-0063-7F77-4FE4-2190FC14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88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AFBF-FDCB-167E-CC2D-E03D25FB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722C-63F6-CB23-1476-D626AA35B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D7CA0-69C0-4D6B-4191-950F5714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8B8C-C106-5208-446B-4D0088C7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C82B2-8490-A6E1-245A-704BA24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8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AF5C-6B08-8B5D-1A16-BBB9233F2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CF5A8-C136-E578-3AF5-03B4BA99F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C31F9-6797-EF64-2E1C-AE84B1BE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41AC5-9831-4234-DE9E-125A117E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DDC04-9D49-E1DD-1E36-01C3AE38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3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52ED-DDCC-0EE9-77C6-C78CF7C1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D12C6-4858-B4A2-C026-400EEED3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4F8BF-C714-37CC-9879-4329CAB54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73D21-5044-FB65-5722-7852BE55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F99DA-5362-E426-9C13-117D2DA9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11C3B-D910-AEDE-FA8E-7571858B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5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3B39-A529-1D11-BD81-98A58385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53D9C-0649-517C-05FB-0AF081AD0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CA044-3E69-489B-35AF-D869CAFAF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ED5AC-F20C-FAFC-B20D-3D92916D1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92CBC-3C22-5D23-3815-B49CDCA1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FB94BA-7834-495C-6E82-6D9097B3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71964-8FBB-7968-CCBF-46E9DE6D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638C2-84AA-52F6-2F75-6A8B0EB3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1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C759-5728-B084-C468-8693209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FF02D-EEC8-B5FA-F56F-7B2289DB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AADA3-7C9B-FC1F-4B94-AC3B8E39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DC7E6-5E36-3735-DF7C-5CE4A387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8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1D612-FEE6-CC0B-229B-ADD925AE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AF598-7829-9AEB-0E38-0299AFC4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11823-BC28-671A-3909-23C7F017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9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2F63-1B28-F2D6-DBBF-CD68159B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B6DC-4F2C-607D-A602-C48957818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E3A6B-C348-C30C-5272-DCFB10CB8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B6D10-A024-4F75-5F15-110D3D6C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6B1F0-5A8F-9F85-4554-1D9AB14A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7B9DB-9C9D-EC33-B3BB-C059A3C4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1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656B-2E4D-4392-853E-740417E8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3E638-6857-3082-B953-62014A75A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B188C-3893-2BF1-D785-6664313F4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BB59C-2E35-0073-FC5F-E991ED87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660E8-2C63-0498-A675-782DD661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BD235-3CFB-EA1E-B4DF-AFC80E8FA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1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CBB2-4660-3F8A-D898-BC8FFA42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EFD69-AEDC-AB3F-5916-49BEC88FB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644F-CEB8-393F-C0E6-0493D77E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4264-17CB-7736-EA26-1692FD61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0ECC3-C9CF-8AD9-BDF8-B0C1E269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10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07F62-5EFA-95C8-7CCF-9BA8FB37F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FF272-3A2D-4F49-51F4-CCE11E0DF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EE01-4A17-0E39-5147-22F510CFA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B7EFA-EBEF-4A81-DF4E-203C8F5F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A1DED-7F00-BCBA-44FB-8E3C2BAB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5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CDF64-AAC9-FD1A-821C-71DFCC76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0E319-4433-DE81-89F8-6D2507219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DAEB4-23F6-E805-FCB7-53839D9D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03988-FE1C-4963-83D4-41115561F24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DA7B-8A88-5360-2CBC-D41D96084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6C396-169E-A17D-FE9C-F4B3A8E8E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BF56A-0301-42BA-9643-55D80160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5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7B31-E612-A337-5637-26E16137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D8DD08-AB68-ABCA-533D-3F500694F0E6}"/>
              </a:ext>
            </a:extLst>
          </p:cNvPr>
          <p:cNvSpPr/>
          <p:nvPr/>
        </p:nvSpPr>
        <p:spPr>
          <a:xfrm>
            <a:off x="5143500" y="5722402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 commit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546101F-9590-502D-5A6D-46A271218565}"/>
              </a:ext>
            </a:extLst>
          </p:cNvPr>
          <p:cNvSpPr/>
          <p:nvPr/>
        </p:nvSpPr>
        <p:spPr>
          <a:xfrm>
            <a:off x="7699248" y="5265202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362D700-765B-93E0-0EA1-CA33DA792B09}"/>
              </a:ext>
            </a:extLst>
          </p:cNvPr>
          <p:cNvCxnSpPr>
            <a:cxnSpLocks/>
            <a:stCxn id="2" idx="2"/>
            <a:endCxn id="4" idx="3"/>
          </p:cNvCxnSpPr>
          <p:nvPr/>
        </p:nvCxnSpPr>
        <p:spPr>
          <a:xfrm rot="10800000" flipV="1">
            <a:off x="7048500" y="5722402"/>
            <a:ext cx="650748" cy="4027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11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42D5-41B3-DC2F-1D84-1F163A76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5FC4E0-8E29-5A29-F17E-94C8AD38D380}"/>
              </a:ext>
            </a:extLst>
          </p:cNvPr>
          <p:cNvSpPr/>
          <p:nvPr/>
        </p:nvSpPr>
        <p:spPr>
          <a:xfrm>
            <a:off x="5143500" y="5722402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5A69AB-EA1D-58E3-BF14-F875322FAA88}"/>
              </a:ext>
            </a:extLst>
          </p:cNvPr>
          <p:cNvSpPr/>
          <p:nvPr/>
        </p:nvSpPr>
        <p:spPr>
          <a:xfrm>
            <a:off x="5143500" y="4302034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Analysis v1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D147-4B8A-3B30-3AA0-989B14DDF2D6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6096000" y="5107577"/>
            <a:ext cx="0" cy="61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625D0FF-C3E1-2A12-2FD9-E8E022A120C3}"/>
              </a:ext>
            </a:extLst>
          </p:cNvPr>
          <p:cNvSpPr/>
          <p:nvPr/>
        </p:nvSpPr>
        <p:spPr>
          <a:xfrm>
            <a:off x="7699248" y="3844834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3802930-B397-2736-3893-234E41C5064D}"/>
              </a:ext>
            </a:extLst>
          </p:cNvPr>
          <p:cNvCxnSpPr>
            <a:cxnSpLocks/>
            <a:stCxn id="7" idx="2"/>
          </p:cNvCxnSpPr>
          <p:nvPr/>
        </p:nvCxnSpPr>
        <p:spPr>
          <a:xfrm rot="10800000" flipV="1">
            <a:off x="7048500" y="4302034"/>
            <a:ext cx="650748" cy="4027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9705-3858-6CE4-2A28-BF2176B8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14ECCA-8662-B8CF-6351-9608A9C9B4C9}"/>
              </a:ext>
            </a:extLst>
          </p:cNvPr>
          <p:cNvSpPr/>
          <p:nvPr/>
        </p:nvSpPr>
        <p:spPr>
          <a:xfrm>
            <a:off x="5143500" y="5722402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CB04B-949E-B150-2ECE-11E36AEF6535}"/>
              </a:ext>
            </a:extLst>
          </p:cNvPr>
          <p:cNvSpPr/>
          <p:nvPr/>
        </p:nvSpPr>
        <p:spPr>
          <a:xfrm>
            <a:off x="5143500" y="4302034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Analysis v1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84831-513A-F34F-4530-70AFD5105F2E}"/>
              </a:ext>
            </a:extLst>
          </p:cNvPr>
          <p:cNvSpPr/>
          <p:nvPr/>
        </p:nvSpPr>
        <p:spPr>
          <a:xfrm>
            <a:off x="7447788" y="2808514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new feature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B948AE-D2E4-B4A2-9D63-33CB5CB9CD2F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6096000" y="5107577"/>
            <a:ext cx="0" cy="61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51DC6EB-8E03-1F0B-235F-F6F942B3DB47}"/>
              </a:ext>
            </a:extLst>
          </p:cNvPr>
          <p:cNvSpPr/>
          <p:nvPr/>
        </p:nvSpPr>
        <p:spPr>
          <a:xfrm>
            <a:off x="9848088" y="2351314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341103-661A-DC25-2001-6DC2E85C778F}"/>
              </a:ext>
            </a:extLst>
          </p:cNvPr>
          <p:cNvSpPr/>
          <p:nvPr/>
        </p:nvSpPr>
        <p:spPr>
          <a:xfrm>
            <a:off x="7699248" y="3844834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B1A233F-CEC7-CED7-DE46-630F3C56D550}"/>
              </a:ext>
            </a:extLst>
          </p:cNvPr>
          <p:cNvCxnSpPr>
            <a:cxnSpLocks/>
            <a:stCxn id="13" idx="2"/>
          </p:cNvCxnSpPr>
          <p:nvPr/>
        </p:nvCxnSpPr>
        <p:spPr>
          <a:xfrm rot="10800000" flipV="1">
            <a:off x="7048500" y="4302034"/>
            <a:ext cx="650748" cy="4027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F5FA9DF-0A6C-E29D-7ABF-83C33DD48EE1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6226520" y="3080766"/>
            <a:ext cx="1090748" cy="13517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12280DB-4CF5-A3A4-F5D5-B4B7F5D36D5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rot="10800000" flipV="1">
            <a:off x="9352788" y="2808514"/>
            <a:ext cx="495300" cy="4027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18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49E3-BA13-ACF8-FAB2-CDBF39B8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8457D8-1A5A-B81D-D4DE-F382DD616D54}"/>
              </a:ext>
            </a:extLst>
          </p:cNvPr>
          <p:cNvSpPr/>
          <p:nvPr/>
        </p:nvSpPr>
        <p:spPr>
          <a:xfrm>
            <a:off x="5143500" y="5722402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E86CF-F89A-F40E-2BDC-A013501BD274}"/>
              </a:ext>
            </a:extLst>
          </p:cNvPr>
          <p:cNvSpPr/>
          <p:nvPr/>
        </p:nvSpPr>
        <p:spPr>
          <a:xfrm>
            <a:off x="5143500" y="4302034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Analysis v1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F1619-0D26-C992-D352-99F0CADDD1E3}"/>
              </a:ext>
            </a:extLst>
          </p:cNvPr>
          <p:cNvSpPr/>
          <p:nvPr/>
        </p:nvSpPr>
        <p:spPr>
          <a:xfrm>
            <a:off x="7447788" y="2799370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new feature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262F74-E8D4-C956-CBED-375303110588}"/>
              </a:ext>
            </a:extLst>
          </p:cNvPr>
          <p:cNvSpPr/>
          <p:nvPr/>
        </p:nvSpPr>
        <p:spPr>
          <a:xfrm>
            <a:off x="7447788" y="1412530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Finish new feature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C1A9B4-A322-A68D-5283-B264E5F71D48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6096000" y="5107577"/>
            <a:ext cx="0" cy="61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861591-747B-E268-8D40-88D745DABF5D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8400288" y="2218073"/>
            <a:ext cx="0" cy="581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E6996B8-9DE7-65DA-2997-8990C19D4FF2}"/>
              </a:ext>
            </a:extLst>
          </p:cNvPr>
          <p:cNvSpPr/>
          <p:nvPr/>
        </p:nvSpPr>
        <p:spPr>
          <a:xfrm>
            <a:off x="7699248" y="3844834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D438D70-272E-52E7-F508-E7C2D015079E}"/>
              </a:ext>
            </a:extLst>
          </p:cNvPr>
          <p:cNvCxnSpPr>
            <a:stCxn id="11" idx="2"/>
            <a:endCxn id="5" idx="3"/>
          </p:cNvCxnSpPr>
          <p:nvPr/>
        </p:nvCxnSpPr>
        <p:spPr>
          <a:xfrm rot="10800000" flipV="1">
            <a:off x="7048500" y="4302034"/>
            <a:ext cx="650748" cy="4027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7FC0A80-8015-8ECE-4D1D-98EFA930FD36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6221948" y="3076194"/>
            <a:ext cx="1099892" cy="13517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2D1A84A-29F8-5EFF-AC17-A55AFBCFDF92}"/>
              </a:ext>
            </a:extLst>
          </p:cNvPr>
          <p:cNvSpPr/>
          <p:nvPr/>
        </p:nvSpPr>
        <p:spPr>
          <a:xfrm>
            <a:off x="9848088" y="623533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D19B443-6056-1285-0C76-36F74709E36E}"/>
              </a:ext>
            </a:extLst>
          </p:cNvPr>
          <p:cNvCxnSpPr>
            <a:cxnSpLocks/>
            <a:stCxn id="21" idx="2"/>
          </p:cNvCxnSpPr>
          <p:nvPr/>
        </p:nvCxnSpPr>
        <p:spPr>
          <a:xfrm rot="10800000" flipV="1">
            <a:off x="9352788" y="1080732"/>
            <a:ext cx="495300" cy="7162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89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B4D8-54C6-D821-C6E1-DD4303C3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DD62DD-C33C-E571-E919-A7018F262E2A}"/>
              </a:ext>
            </a:extLst>
          </p:cNvPr>
          <p:cNvSpPr/>
          <p:nvPr/>
        </p:nvSpPr>
        <p:spPr>
          <a:xfrm>
            <a:off x="5143500" y="5722402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4CC1A-DA77-62B8-0DC6-08B9A3AA0904}"/>
              </a:ext>
            </a:extLst>
          </p:cNvPr>
          <p:cNvSpPr/>
          <p:nvPr/>
        </p:nvSpPr>
        <p:spPr>
          <a:xfrm>
            <a:off x="5143500" y="4302034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Analysis v1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93FEA9-9300-9D3A-BCE3-0FDB98268B60}"/>
              </a:ext>
            </a:extLst>
          </p:cNvPr>
          <p:cNvSpPr/>
          <p:nvPr/>
        </p:nvSpPr>
        <p:spPr>
          <a:xfrm>
            <a:off x="7447788" y="3293146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new feature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038288-88D0-292F-7D98-DA766CC0E8BD}"/>
              </a:ext>
            </a:extLst>
          </p:cNvPr>
          <p:cNvSpPr/>
          <p:nvPr/>
        </p:nvSpPr>
        <p:spPr>
          <a:xfrm>
            <a:off x="7447788" y="1906306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Finish new feature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423B5-459F-0D0A-ECCC-BDAF7448EB2C}"/>
              </a:ext>
            </a:extLst>
          </p:cNvPr>
          <p:cNvSpPr/>
          <p:nvPr/>
        </p:nvSpPr>
        <p:spPr>
          <a:xfrm>
            <a:off x="5143500" y="439783"/>
            <a:ext cx="1905000" cy="805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Merge new feature – v2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993431-62CF-5D3E-544E-D0C82455632E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6096000" y="5107577"/>
            <a:ext cx="0" cy="61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40B3146-736C-4502-349F-933F60B244BD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7048500" y="4098689"/>
            <a:ext cx="1351788" cy="6061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3A7E64-E4CB-1A7B-439D-FD8573143F73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8400288" y="2711849"/>
            <a:ext cx="0" cy="581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6C764D-DDF8-260D-383C-BD13321B31E4}"/>
              </a:ext>
            </a:extLst>
          </p:cNvPr>
          <p:cNvCxnSpPr>
            <a:stCxn id="5" idx="0"/>
            <a:endCxn id="8" idx="2"/>
          </p:cNvCxnSpPr>
          <p:nvPr/>
        </p:nvCxnSpPr>
        <p:spPr>
          <a:xfrm flipV="1">
            <a:off x="6096000" y="1245326"/>
            <a:ext cx="0" cy="3056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4B9E02A-F425-581C-9AD3-DA4245AC695E}"/>
              </a:ext>
            </a:extLst>
          </p:cNvPr>
          <p:cNvCxnSpPr>
            <a:stCxn id="7" idx="0"/>
            <a:endCxn id="8" idx="2"/>
          </p:cNvCxnSpPr>
          <p:nvPr/>
        </p:nvCxnSpPr>
        <p:spPr>
          <a:xfrm rot="16200000" flipV="1">
            <a:off x="6917654" y="423672"/>
            <a:ext cx="660980" cy="23042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751A7A6-E5B0-2D4E-8792-86BFCC463723}"/>
              </a:ext>
            </a:extLst>
          </p:cNvPr>
          <p:cNvSpPr/>
          <p:nvPr/>
        </p:nvSpPr>
        <p:spPr>
          <a:xfrm>
            <a:off x="9848088" y="1135597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50FE90-ED63-64F7-2A4F-50AAE3D7AC88}"/>
              </a:ext>
            </a:extLst>
          </p:cNvPr>
          <p:cNvSpPr/>
          <p:nvPr/>
        </p:nvSpPr>
        <p:spPr>
          <a:xfrm>
            <a:off x="7618477" y="64442"/>
            <a:ext cx="11430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325EBD3-2DA8-D1F9-2562-C56423AE20B9}"/>
              </a:ext>
            </a:extLst>
          </p:cNvPr>
          <p:cNvCxnSpPr>
            <a:cxnSpLocks/>
            <a:stCxn id="11" idx="2"/>
            <a:endCxn id="7" idx="3"/>
          </p:cNvCxnSpPr>
          <p:nvPr/>
        </p:nvCxnSpPr>
        <p:spPr>
          <a:xfrm rot="10800000" flipV="1">
            <a:off x="9352788" y="1592796"/>
            <a:ext cx="495300" cy="7162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7F0AB79-6B6C-DF7E-D6E9-BEEF1412476C}"/>
              </a:ext>
            </a:extLst>
          </p:cNvPr>
          <p:cNvCxnSpPr>
            <a:cxnSpLocks/>
            <a:stCxn id="13" idx="2"/>
            <a:endCxn id="8" idx="3"/>
          </p:cNvCxnSpPr>
          <p:nvPr/>
        </p:nvCxnSpPr>
        <p:spPr>
          <a:xfrm rot="10800000" flipV="1">
            <a:off x="7048501" y="521641"/>
            <a:ext cx="569977" cy="3209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23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43D5-6754-BBE0-F214-DA9F1D6C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6A28072C-A0D0-1D1F-AACB-1AF69E67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304" y="4644265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2B337F8C-4A92-5BA9-2A41-9C849B707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" y="3635944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09150445-3CC9-2655-3033-490C30AF9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621" y="49612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Arrow: Right 49">
            <a:extLst>
              <a:ext uri="{FF2B5EF4-FFF2-40B4-BE49-F238E27FC236}">
                <a16:creationId xmlns:a16="http://schemas.microsoft.com/office/drawing/2014/main" id="{A8B01D38-65D6-5552-B56E-32F04E5910C0}"/>
              </a:ext>
            </a:extLst>
          </p:cNvPr>
          <p:cNvSpPr/>
          <p:nvPr/>
        </p:nvSpPr>
        <p:spPr>
          <a:xfrm rot="19862585">
            <a:off x="3382275" y="3197075"/>
            <a:ext cx="1674704" cy="587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8F020151-3D0D-7EC2-9247-D23854E7AEBD}"/>
              </a:ext>
            </a:extLst>
          </p:cNvPr>
          <p:cNvSpPr/>
          <p:nvPr/>
        </p:nvSpPr>
        <p:spPr>
          <a:xfrm rot="2325371">
            <a:off x="7695856" y="3232208"/>
            <a:ext cx="1674704" cy="587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DE4CCF8-2ADD-3A92-8A85-120FD95F9208}"/>
              </a:ext>
            </a:extLst>
          </p:cNvPr>
          <p:cNvGrpSpPr/>
          <p:nvPr/>
        </p:nvGrpSpPr>
        <p:grpSpPr>
          <a:xfrm>
            <a:off x="1723644" y="3997906"/>
            <a:ext cx="1796796" cy="2017975"/>
            <a:chOff x="1723644" y="3997906"/>
            <a:chExt cx="1796796" cy="20179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F13EFA-64E8-765A-EEC5-1F6C851BDADC}"/>
                </a:ext>
              </a:extLst>
            </p:cNvPr>
            <p:cNvSpPr/>
            <p:nvPr/>
          </p:nvSpPr>
          <p:spPr>
            <a:xfrm>
              <a:off x="1723644" y="5791486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E5D53E-51E9-AFEE-8AE3-A7A05F5E920D}"/>
                </a:ext>
              </a:extLst>
            </p:cNvPr>
            <p:cNvSpPr/>
            <p:nvPr/>
          </p:nvSpPr>
          <p:spPr>
            <a:xfrm>
              <a:off x="1723644" y="539582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68B69B-F8D7-E660-2EF1-0793178E79E8}"/>
                </a:ext>
              </a:extLst>
            </p:cNvPr>
            <p:cNvSpPr/>
            <p:nvPr/>
          </p:nvSpPr>
          <p:spPr>
            <a:xfrm>
              <a:off x="2431686" y="511478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0FED5A-CAD8-2887-EAE4-A19095F2A1CD}"/>
                </a:ext>
              </a:extLst>
            </p:cNvPr>
            <p:cNvSpPr/>
            <p:nvPr/>
          </p:nvSpPr>
          <p:spPr>
            <a:xfrm>
              <a:off x="2431686" y="472846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1769259-F451-8549-0997-79EB16B51ED0}"/>
                </a:ext>
              </a:extLst>
            </p:cNvPr>
            <p:cNvSpPr/>
            <p:nvPr/>
          </p:nvSpPr>
          <p:spPr>
            <a:xfrm>
              <a:off x="1723644" y="431994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997434D-8FFA-B7C9-7E08-B0DF30C0B623}"/>
                </a:ext>
              </a:extLst>
            </p:cNvPr>
            <p:cNvCxnSpPr>
              <a:stCxn id="4" idx="0"/>
              <a:endCxn id="5" idx="2"/>
            </p:cNvCxnSpPr>
            <p:nvPr/>
          </p:nvCxnSpPr>
          <p:spPr>
            <a:xfrm flipV="1">
              <a:off x="2016320" y="5620218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045066B4-0ABB-AB30-BC90-820FDA2C58D9}"/>
                </a:ext>
              </a:extLst>
            </p:cNvPr>
            <p:cNvCxnSpPr>
              <a:stCxn id="5" idx="3"/>
              <a:endCxn id="6" idx="2"/>
            </p:cNvCxnSpPr>
            <p:nvPr/>
          </p:nvCxnSpPr>
          <p:spPr>
            <a:xfrm flipV="1">
              <a:off x="2308996" y="5339178"/>
              <a:ext cx="415366" cy="16884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D3529AA-E715-110D-CEE0-49F0938060CC}"/>
                </a:ext>
              </a:extLst>
            </p:cNvPr>
            <p:cNvCxnSpPr>
              <a:stCxn id="6" idx="0"/>
              <a:endCxn id="7" idx="2"/>
            </p:cNvCxnSpPr>
            <p:nvPr/>
          </p:nvCxnSpPr>
          <p:spPr>
            <a:xfrm flipV="1">
              <a:off x="2724361" y="4952856"/>
              <a:ext cx="0" cy="161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DE3735DB-705C-82C1-2A2A-A819DEFD6C15}"/>
                </a:ext>
              </a:extLst>
            </p:cNvPr>
            <p:cNvCxnSpPr>
              <a:cxnSpLocks/>
              <a:stCxn id="7" idx="0"/>
              <a:endCxn id="8" idx="3"/>
            </p:cNvCxnSpPr>
            <p:nvPr/>
          </p:nvCxnSpPr>
          <p:spPr>
            <a:xfrm rot="16200000" flipV="1">
              <a:off x="2368518" y="4372616"/>
              <a:ext cx="296322" cy="4153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48F716-4088-FFED-AE17-B5DAE2FA7E12}"/>
                </a:ext>
              </a:extLst>
            </p:cNvPr>
            <p:cNvSpPr/>
            <p:nvPr/>
          </p:nvSpPr>
          <p:spPr>
            <a:xfrm>
              <a:off x="3169229" y="4513769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7E72DE6-CD96-65AF-4ECE-6B39E4E25CF4}"/>
                </a:ext>
              </a:extLst>
            </p:cNvPr>
            <p:cNvSpPr/>
            <p:nvPr/>
          </p:nvSpPr>
          <p:spPr>
            <a:xfrm>
              <a:off x="2553413" y="3997906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1288F573-1B00-C897-812B-0A589840F40C}"/>
                </a:ext>
              </a:extLst>
            </p:cNvPr>
            <p:cNvCxnSpPr>
              <a:cxnSpLocks/>
              <a:stCxn id="11" idx="2"/>
              <a:endCxn id="7" idx="3"/>
            </p:cNvCxnSpPr>
            <p:nvPr/>
          </p:nvCxnSpPr>
          <p:spPr>
            <a:xfrm rot="10800000" flipV="1">
              <a:off x="3017037" y="4641128"/>
              <a:ext cx="152192" cy="1995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085CAD66-4B9B-9CE6-A522-11B5C352ECB1}"/>
                </a:ext>
              </a:extLst>
            </p:cNvPr>
            <p:cNvCxnSpPr>
              <a:cxnSpLocks/>
              <a:stCxn id="13" idx="2"/>
              <a:endCxn id="8" idx="3"/>
            </p:cNvCxnSpPr>
            <p:nvPr/>
          </p:nvCxnSpPr>
          <p:spPr>
            <a:xfrm rot="10800000" flipV="1">
              <a:off x="2308997" y="4125266"/>
              <a:ext cx="244417" cy="30687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C0AA5C4-5CD4-FF01-5CF4-20D26E26CD0E}"/>
                </a:ext>
              </a:extLst>
            </p:cNvPr>
            <p:cNvCxnSpPr>
              <a:stCxn id="5" idx="0"/>
              <a:endCxn id="8" idx="2"/>
            </p:cNvCxnSpPr>
            <p:nvPr/>
          </p:nvCxnSpPr>
          <p:spPr>
            <a:xfrm flipV="1">
              <a:off x="2016320" y="4544335"/>
              <a:ext cx="0" cy="851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E3B1947-AF2C-A69E-1F1F-D6EC0A1FCFC9}"/>
              </a:ext>
            </a:extLst>
          </p:cNvPr>
          <p:cNvGrpSpPr/>
          <p:nvPr/>
        </p:nvGrpSpPr>
        <p:grpSpPr>
          <a:xfrm>
            <a:off x="5592535" y="1371256"/>
            <a:ext cx="1796796" cy="2017975"/>
            <a:chOff x="1723644" y="3997906"/>
            <a:chExt cx="1796796" cy="201797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25A56D1-732E-3BE0-96F7-CE425C0CA4B6}"/>
                </a:ext>
              </a:extLst>
            </p:cNvPr>
            <p:cNvSpPr/>
            <p:nvPr/>
          </p:nvSpPr>
          <p:spPr>
            <a:xfrm>
              <a:off x="1723644" y="5791486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F5A43D9-4EAE-C848-9332-20C4F066C3D9}"/>
                </a:ext>
              </a:extLst>
            </p:cNvPr>
            <p:cNvSpPr/>
            <p:nvPr/>
          </p:nvSpPr>
          <p:spPr>
            <a:xfrm>
              <a:off x="1723644" y="539582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D9448A8-F517-1B81-3097-283E9DD9C85E}"/>
                </a:ext>
              </a:extLst>
            </p:cNvPr>
            <p:cNvSpPr/>
            <p:nvPr/>
          </p:nvSpPr>
          <p:spPr>
            <a:xfrm>
              <a:off x="2431686" y="511478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c3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FADEB8-E8B8-48E7-3517-88E775EAEE80}"/>
                </a:ext>
              </a:extLst>
            </p:cNvPr>
            <p:cNvSpPr/>
            <p:nvPr/>
          </p:nvSpPr>
          <p:spPr>
            <a:xfrm>
              <a:off x="2431686" y="472846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c4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C502F4B-36B1-8726-EDED-C4331C53D00F}"/>
                </a:ext>
              </a:extLst>
            </p:cNvPr>
            <p:cNvSpPr/>
            <p:nvPr/>
          </p:nvSpPr>
          <p:spPr>
            <a:xfrm>
              <a:off x="1723644" y="431994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3B892F4-56DC-C938-0D4C-FCFF41B55807}"/>
                </a:ext>
              </a:extLst>
            </p:cNvPr>
            <p:cNvCxnSpPr>
              <a:stCxn id="58" idx="0"/>
              <a:endCxn id="59" idx="2"/>
            </p:cNvCxnSpPr>
            <p:nvPr/>
          </p:nvCxnSpPr>
          <p:spPr>
            <a:xfrm flipV="1">
              <a:off x="2016320" y="5620218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Connector: Elbow 1023">
              <a:extLst>
                <a:ext uri="{FF2B5EF4-FFF2-40B4-BE49-F238E27FC236}">
                  <a16:creationId xmlns:a16="http://schemas.microsoft.com/office/drawing/2014/main" id="{C51DC430-E3BC-0C90-F54A-FCF1887E2EBF}"/>
                </a:ext>
              </a:extLst>
            </p:cNvPr>
            <p:cNvCxnSpPr>
              <a:stCxn id="59" idx="3"/>
              <a:endCxn id="60" idx="2"/>
            </p:cNvCxnSpPr>
            <p:nvPr/>
          </p:nvCxnSpPr>
          <p:spPr>
            <a:xfrm flipV="1">
              <a:off x="2308996" y="5339178"/>
              <a:ext cx="415366" cy="16884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Arrow Connector 1024">
              <a:extLst>
                <a:ext uri="{FF2B5EF4-FFF2-40B4-BE49-F238E27FC236}">
                  <a16:creationId xmlns:a16="http://schemas.microsoft.com/office/drawing/2014/main" id="{C76D4796-F78B-04BC-AED6-667B45386A2F}"/>
                </a:ext>
              </a:extLst>
            </p:cNvPr>
            <p:cNvCxnSpPr>
              <a:stCxn id="60" idx="0"/>
              <a:endCxn id="61" idx="2"/>
            </p:cNvCxnSpPr>
            <p:nvPr/>
          </p:nvCxnSpPr>
          <p:spPr>
            <a:xfrm flipV="1">
              <a:off x="2724361" y="4952856"/>
              <a:ext cx="0" cy="161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Connector: Elbow 1026">
              <a:extLst>
                <a:ext uri="{FF2B5EF4-FFF2-40B4-BE49-F238E27FC236}">
                  <a16:creationId xmlns:a16="http://schemas.microsoft.com/office/drawing/2014/main" id="{10C06DCD-0674-A951-E260-83A72D9D44EC}"/>
                </a:ext>
              </a:extLst>
            </p:cNvPr>
            <p:cNvCxnSpPr>
              <a:cxnSpLocks/>
              <a:stCxn id="61" idx="0"/>
              <a:endCxn id="62" idx="3"/>
            </p:cNvCxnSpPr>
            <p:nvPr/>
          </p:nvCxnSpPr>
          <p:spPr>
            <a:xfrm rot="16200000" flipV="1">
              <a:off x="2368518" y="4372616"/>
              <a:ext cx="296322" cy="4153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84B2A179-C7ED-5D63-39E3-52F3D7E59B77}"/>
                </a:ext>
              </a:extLst>
            </p:cNvPr>
            <p:cNvSpPr/>
            <p:nvPr/>
          </p:nvSpPr>
          <p:spPr>
            <a:xfrm>
              <a:off x="3169229" y="4513769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F47FD3F9-D802-E361-5FAF-2D1511E92D29}"/>
                </a:ext>
              </a:extLst>
            </p:cNvPr>
            <p:cNvSpPr/>
            <p:nvPr/>
          </p:nvSpPr>
          <p:spPr>
            <a:xfrm>
              <a:off x="2553413" y="3997906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031" name="Connector: Elbow 1030">
              <a:extLst>
                <a:ext uri="{FF2B5EF4-FFF2-40B4-BE49-F238E27FC236}">
                  <a16:creationId xmlns:a16="http://schemas.microsoft.com/office/drawing/2014/main" id="{D8FE3006-BBEA-586F-6667-E691507A2F60}"/>
                </a:ext>
              </a:extLst>
            </p:cNvPr>
            <p:cNvCxnSpPr>
              <a:cxnSpLocks/>
              <a:stCxn id="1029" idx="2"/>
              <a:endCxn id="61" idx="3"/>
            </p:cNvCxnSpPr>
            <p:nvPr/>
          </p:nvCxnSpPr>
          <p:spPr>
            <a:xfrm rot="10800000" flipV="1">
              <a:off x="3017037" y="4641128"/>
              <a:ext cx="152192" cy="1995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Connector: Elbow 1031">
              <a:extLst>
                <a:ext uri="{FF2B5EF4-FFF2-40B4-BE49-F238E27FC236}">
                  <a16:creationId xmlns:a16="http://schemas.microsoft.com/office/drawing/2014/main" id="{D12A1787-3F86-9FAB-F383-0E6344F20648}"/>
                </a:ext>
              </a:extLst>
            </p:cNvPr>
            <p:cNvCxnSpPr>
              <a:cxnSpLocks/>
              <a:stCxn id="1030" idx="2"/>
              <a:endCxn id="62" idx="3"/>
            </p:cNvCxnSpPr>
            <p:nvPr/>
          </p:nvCxnSpPr>
          <p:spPr>
            <a:xfrm rot="10800000" flipV="1">
              <a:off x="2308997" y="4125266"/>
              <a:ext cx="244417" cy="30687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D6BB9B08-7B8E-0E1D-9BB2-185DB5C181EC}"/>
                </a:ext>
              </a:extLst>
            </p:cNvPr>
            <p:cNvCxnSpPr>
              <a:stCxn id="59" idx="0"/>
              <a:endCxn id="62" idx="2"/>
            </p:cNvCxnSpPr>
            <p:nvPr/>
          </p:nvCxnSpPr>
          <p:spPr>
            <a:xfrm flipV="1">
              <a:off x="2016320" y="4544335"/>
              <a:ext cx="0" cy="851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7B570923-8CF8-6DC4-713D-53ED1BF4378C}"/>
              </a:ext>
            </a:extLst>
          </p:cNvPr>
          <p:cNvGrpSpPr/>
          <p:nvPr/>
        </p:nvGrpSpPr>
        <p:grpSpPr>
          <a:xfrm>
            <a:off x="9805809" y="4228926"/>
            <a:ext cx="1252149" cy="1268102"/>
            <a:chOff x="9028569" y="4887294"/>
            <a:chExt cx="1252149" cy="1268102"/>
          </a:xfrm>
        </p:grpSpPr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E62BB93C-06DD-C3BC-697D-CB88410D5397}"/>
                </a:ext>
              </a:extLst>
            </p:cNvPr>
            <p:cNvSpPr/>
            <p:nvPr/>
          </p:nvSpPr>
          <p:spPr>
            <a:xfrm>
              <a:off x="9028569" y="5931001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BDE95208-F9F6-FB11-9B34-E6502C7CD5F0}"/>
                </a:ext>
              </a:extLst>
            </p:cNvPr>
            <p:cNvSpPr/>
            <p:nvPr/>
          </p:nvSpPr>
          <p:spPr>
            <a:xfrm>
              <a:off x="9028569" y="5535338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BF38FB8A-F612-33E4-4D52-74E46757BA52}"/>
                </a:ext>
              </a:extLst>
            </p:cNvPr>
            <p:cNvSpPr/>
            <p:nvPr/>
          </p:nvSpPr>
          <p:spPr>
            <a:xfrm>
              <a:off x="9028569" y="5136111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6224BB77-32DD-D17B-FBC7-EE50CBED518E}"/>
                </a:ext>
              </a:extLst>
            </p:cNvPr>
            <p:cNvCxnSpPr>
              <a:stCxn id="1037" idx="0"/>
              <a:endCxn id="1038" idx="2"/>
            </p:cNvCxnSpPr>
            <p:nvPr/>
          </p:nvCxnSpPr>
          <p:spPr>
            <a:xfrm flipV="1">
              <a:off x="9321245" y="5759733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BD826A4B-05AF-E3C2-82FA-071854C31150}"/>
                </a:ext>
              </a:extLst>
            </p:cNvPr>
            <p:cNvSpPr/>
            <p:nvPr/>
          </p:nvSpPr>
          <p:spPr>
            <a:xfrm>
              <a:off x="9929507" y="4887294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049" name="Connector: Elbow 1048">
              <a:extLst>
                <a:ext uri="{FF2B5EF4-FFF2-40B4-BE49-F238E27FC236}">
                  <a16:creationId xmlns:a16="http://schemas.microsoft.com/office/drawing/2014/main" id="{463E0869-E2C2-6CF6-E7EE-C518872414D8}"/>
                </a:ext>
              </a:extLst>
            </p:cNvPr>
            <p:cNvCxnSpPr>
              <a:cxnSpLocks/>
              <a:stCxn id="1047" idx="2"/>
              <a:endCxn id="1041" idx="3"/>
            </p:cNvCxnSpPr>
            <p:nvPr/>
          </p:nvCxnSpPr>
          <p:spPr>
            <a:xfrm rot="10800000" flipV="1">
              <a:off x="9613921" y="5014653"/>
              <a:ext cx="315586" cy="23365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Arrow Connector 1051">
              <a:extLst>
                <a:ext uri="{FF2B5EF4-FFF2-40B4-BE49-F238E27FC236}">
                  <a16:creationId xmlns:a16="http://schemas.microsoft.com/office/drawing/2014/main" id="{77EFD57A-E57A-F881-A70E-8C9F053F9192}"/>
                </a:ext>
              </a:extLst>
            </p:cNvPr>
            <p:cNvCxnSpPr>
              <a:stCxn id="1038" idx="0"/>
              <a:endCxn id="1041" idx="2"/>
            </p:cNvCxnSpPr>
            <p:nvPr/>
          </p:nvCxnSpPr>
          <p:spPr>
            <a:xfrm flipV="1">
              <a:off x="9321245" y="5360506"/>
              <a:ext cx="0" cy="174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03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6FB3F-24D4-D325-416F-9B9C6B814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2CE757F2-E0A2-A3D8-320A-0D8BC5F9A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" y="3635944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DE5F18D3-B651-0A37-3E1A-5D3A6BEF4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621" y="49612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D9E3C12D-0FCC-1E08-049F-A04266F3E2FA}"/>
              </a:ext>
            </a:extLst>
          </p:cNvPr>
          <p:cNvGrpSpPr/>
          <p:nvPr/>
        </p:nvGrpSpPr>
        <p:grpSpPr>
          <a:xfrm>
            <a:off x="5592535" y="1371256"/>
            <a:ext cx="1796796" cy="2017975"/>
            <a:chOff x="1723644" y="3997906"/>
            <a:chExt cx="1796796" cy="201797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DF19521-575E-B9C1-56E2-DFAA0E0D0FC8}"/>
                </a:ext>
              </a:extLst>
            </p:cNvPr>
            <p:cNvSpPr/>
            <p:nvPr/>
          </p:nvSpPr>
          <p:spPr>
            <a:xfrm>
              <a:off x="1723644" y="5791486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F474E0A-34E1-3A10-3B5B-0233387FB714}"/>
                </a:ext>
              </a:extLst>
            </p:cNvPr>
            <p:cNvSpPr/>
            <p:nvPr/>
          </p:nvSpPr>
          <p:spPr>
            <a:xfrm>
              <a:off x="1723644" y="539582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E45310B-20B6-8577-D952-B34CE0EB89CE}"/>
                </a:ext>
              </a:extLst>
            </p:cNvPr>
            <p:cNvSpPr/>
            <p:nvPr/>
          </p:nvSpPr>
          <p:spPr>
            <a:xfrm>
              <a:off x="2431686" y="511478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c3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C6EE741-4422-0046-B1B7-F2BF2D156038}"/>
                </a:ext>
              </a:extLst>
            </p:cNvPr>
            <p:cNvSpPr/>
            <p:nvPr/>
          </p:nvSpPr>
          <p:spPr>
            <a:xfrm>
              <a:off x="2431686" y="472846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c4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AD947D5-544A-F0B2-F27A-A80EC9CDFF6E}"/>
                </a:ext>
              </a:extLst>
            </p:cNvPr>
            <p:cNvSpPr/>
            <p:nvPr/>
          </p:nvSpPr>
          <p:spPr>
            <a:xfrm>
              <a:off x="1723644" y="431994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A1DAA88-BEB7-9943-F3CF-7FA84B226A2D}"/>
                </a:ext>
              </a:extLst>
            </p:cNvPr>
            <p:cNvCxnSpPr>
              <a:stCxn id="58" idx="0"/>
              <a:endCxn id="59" idx="2"/>
            </p:cNvCxnSpPr>
            <p:nvPr/>
          </p:nvCxnSpPr>
          <p:spPr>
            <a:xfrm flipV="1">
              <a:off x="2016320" y="5620218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Connector: Elbow 1023">
              <a:extLst>
                <a:ext uri="{FF2B5EF4-FFF2-40B4-BE49-F238E27FC236}">
                  <a16:creationId xmlns:a16="http://schemas.microsoft.com/office/drawing/2014/main" id="{26522A2B-0537-6589-EF60-5F501AD12A2F}"/>
                </a:ext>
              </a:extLst>
            </p:cNvPr>
            <p:cNvCxnSpPr>
              <a:stCxn id="59" idx="3"/>
              <a:endCxn id="60" idx="2"/>
            </p:cNvCxnSpPr>
            <p:nvPr/>
          </p:nvCxnSpPr>
          <p:spPr>
            <a:xfrm flipV="1">
              <a:off x="2308996" y="5339178"/>
              <a:ext cx="415366" cy="16884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Arrow Connector 1024">
              <a:extLst>
                <a:ext uri="{FF2B5EF4-FFF2-40B4-BE49-F238E27FC236}">
                  <a16:creationId xmlns:a16="http://schemas.microsoft.com/office/drawing/2014/main" id="{532FEC7D-A90C-339D-B6B5-CB82DABC04C1}"/>
                </a:ext>
              </a:extLst>
            </p:cNvPr>
            <p:cNvCxnSpPr>
              <a:stCxn id="60" idx="0"/>
              <a:endCxn id="61" idx="2"/>
            </p:cNvCxnSpPr>
            <p:nvPr/>
          </p:nvCxnSpPr>
          <p:spPr>
            <a:xfrm flipV="1">
              <a:off x="2724361" y="4952856"/>
              <a:ext cx="0" cy="161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Connector: Elbow 1026">
              <a:extLst>
                <a:ext uri="{FF2B5EF4-FFF2-40B4-BE49-F238E27FC236}">
                  <a16:creationId xmlns:a16="http://schemas.microsoft.com/office/drawing/2014/main" id="{4109E796-C504-5211-33CE-443665A08CEF}"/>
                </a:ext>
              </a:extLst>
            </p:cNvPr>
            <p:cNvCxnSpPr>
              <a:cxnSpLocks/>
              <a:stCxn id="61" idx="0"/>
              <a:endCxn id="62" idx="3"/>
            </p:cNvCxnSpPr>
            <p:nvPr/>
          </p:nvCxnSpPr>
          <p:spPr>
            <a:xfrm rot="16200000" flipV="1">
              <a:off x="2368518" y="4372616"/>
              <a:ext cx="296322" cy="4153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D0961301-8E29-3B14-572D-ECDEA1B32953}"/>
                </a:ext>
              </a:extLst>
            </p:cNvPr>
            <p:cNvSpPr/>
            <p:nvPr/>
          </p:nvSpPr>
          <p:spPr>
            <a:xfrm>
              <a:off x="3169229" y="4513769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349931EE-8DEF-37A2-C813-0320FB8F88E8}"/>
                </a:ext>
              </a:extLst>
            </p:cNvPr>
            <p:cNvSpPr/>
            <p:nvPr/>
          </p:nvSpPr>
          <p:spPr>
            <a:xfrm>
              <a:off x="2553413" y="3997906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031" name="Connector: Elbow 1030">
              <a:extLst>
                <a:ext uri="{FF2B5EF4-FFF2-40B4-BE49-F238E27FC236}">
                  <a16:creationId xmlns:a16="http://schemas.microsoft.com/office/drawing/2014/main" id="{8975D439-C59C-3874-167A-A2D88B7E5D89}"/>
                </a:ext>
              </a:extLst>
            </p:cNvPr>
            <p:cNvCxnSpPr>
              <a:cxnSpLocks/>
              <a:stCxn id="1029" idx="2"/>
              <a:endCxn id="61" idx="3"/>
            </p:cNvCxnSpPr>
            <p:nvPr/>
          </p:nvCxnSpPr>
          <p:spPr>
            <a:xfrm rot="10800000" flipV="1">
              <a:off x="3017037" y="4641128"/>
              <a:ext cx="152192" cy="1995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Connector: Elbow 1031">
              <a:extLst>
                <a:ext uri="{FF2B5EF4-FFF2-40B4-BE49-F238E27FC236}">
                  <a16:creationId xmlns:a16="http://schemas.microsoft.com/office/drawing/2014/main" id="{FDAD0C3A-7A30-BA9A-F4D4-3196926B870B}"/>
                </a:ext>
              </a:extLst>
            </p:cNvPr>
            <p:cNvCxnSpPr>
              <a:cxnSpLocks/>
              <a:stCxn id="1030" idx="2"/>
              <a:endCxn id="62" idx="3"/>
            </p:cNvCxnSpPr>
            <p:nvPr/>
          </p:nvCxnSpPr>
          <p:spPr>
            <a:xfrm rot="10800000" flipV="1">
              <a:off x="2308997" y="4125266"/>
              <a:ext cx="244417" cy="30687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A16F9F2C-92AC-7699-DE62-4D3B7C7185AB}"/>
                </a:ext>
              </a:extLst>
            </p:cNvPr>
            <p:cNvCxnSpPr>
              <a:stCxn id="59" idx="0"/>
              <a:endCxn id="62" idx="2"/>
            </p:cNvCxnSpPr>
            <p:nvPr/>
          </p:nvCxnSpPr>
          <p:spPr>
            <a:xfrm flipV="1">
              <a:off x="2016320" y="4544335"/>
              <a:ext cx="0" cy="851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60FC657-D6A5-C1F9-6A57-AAA2F83F3610}"/>
              </a:ext>
            </a:extLst>
          </p:cNvPr>
          <p:cNvSpPr/>
          <p:nvPr/>
        </p:nvSpPr>
        <p:spPr>
          <a:xfrm>
            <a:off x="1723644" y="5791486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1F7270-2C57-84A4-D667-B095D1884225}"/>
              </a:ext>
            </a:extLst>
          </p:cNvPr>
          <p:cNvSpPr/>
          <p:nvPr/>
        </p:nvSpPr>
        <p:spPr>
          <a:xfrm>
            <a:off x="1723644" y="5395823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88AF1-749B-D7AF-1411-E3C5D7D2A110}"/>
              </a:ext>
            </a:extLst>
          </p:cNvPr>
          <p:cNvSpPr/>
          <p:nvPr/>
        </p:nvSpPr>
        <p:spPr>
          <a:xfrm>
            <a:off x="2431686" y="5078208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D0AB6D-400E-89C1-1BE4-FECACC7F03AB}"/>
              </a:ext>
            </a:extLst>
          </p:cNvPr>
          <p:cNvSpPr/>
          <p:nvPr/>
        </p:nvSpPr>
        <p:spPr>
          <a:xfrm>
            <a:off x="2431686" y="4691884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D889B1-EC46-E038-C510-6D812C25D728}"/>
              </a:ext>
            </a:extLst>
          </p:cNvPr>
          <p:cNvSpPr/>
          <p:nvPr/>
        </p:nvSpPr>
        <p:spPr>
          <a:xfrm>
            <a:off x="1723644" y="4319940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092616-3AF4-93AF-A5E5-527BB5725F22}"/>
              </a:ext>
            </a:extLst>
          </p:cNvPr>
          <p:cNvCxnSpPr>
            <a:stCxn id="3" idx="0"/>
            <a:endCxn id="9" idx="2"/>
          </p:cNvCxnSpPr>
          <p:nvPr/>
        </p:nvCxnSpPr>
        <p:spPr>
          <a:xfrm flipV="1">
            <a:off x="2016320" y="5620218"/>
            <a:ext cx="0" cy="17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FB1AA17-ED94-8A14-B9B7-2AD545F467AE}"/>
              </a:ext>
            </a:extLst>
          </p:cNvPr>
          <p:cNvCxnSpPr>
            <a:stCxn id="9" idx="3"/>
            <a:endCxn id="16" idx="2"/>
          </p:cNvCxnSpPr>
          <p:nvPr/>
        </p:nvCxnSpPr>
        <p:spPr>
          <a:xfrm flipV="1">
            <a:off x="2308996" y="5302603"/>
            <a:ext cx="415366" cy="2054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84C27F-3FE9-0761-3BDA-6F37078343B3}"/>
              </a:ext>
            </a:extLst>
          </p:cNvPr>
          <p:cNvCxnSpPr>
            <a:stCxn id="16" idx="0"/>
            <a:endCxn id="17" idx="2"/>
          </p:cNvCxnSpPr>
          <p:nvPr/>
        </p:nvCxnSpPr>
        <p:spPr>
          <a:xfrm flipV="1">
            <a:off x="2724362" y="4916279"/>
            <a:ext cx="0" cy="161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2696E1E-68AD-B16F-49FB-914FBDEF0445}"/>
              </a:ext>
            </a:extLst>
          </p:cNvPr>
          <p:cNvCxnSpPr>
            <a:cxnSpLocks/>
            <a:stCxn id="17" idx="0"/>
            <a:endCxn id="19" idx="3"/>
          </p:cNvCxnSpPr>
          <p:nvPr/>
        </p:nvCxnSpPr>
        <p:spPr>
          <a:xfrm rot="16200000" flipV="1">
            <a:off x="2386806" y="4354328"/>
            <a:ext cx="259746" cy="4153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67DA59F-18B0-E12B-1EC6-BB6452C15227}"/>
              </a:ext>
            </a:extLst>
          </p:cNvPr>
          <p:cNvSpPr/>
          <p:nvPr/>
        </p:nvSpPr>
        <p:spPr>
          <a:xfrm>
            <a:off x="3169229" y="3718241"/>
            <a:ext cx="351211" cy="25471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9B6129-87CF-2BD6-5F0D-AD8C2F87A50A}"/>
              </a:ext>
            </a:extLst>
          </p:cNvPr>
          <p:cNvSpPr/>
          <p:nvPr/>
        </p:nvSpPr>
        <p:spPr>
          <a:xfrm>
            <a:off x="2996198" y="4215384"/>
            <a:ext cx="351211" cy="25471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0DF81A6-55B2-EC71-5C2C-190B122A9193}"/>
              </a:ext>
            </a:extLst>
          </p:cNvPr>
          <p:cNvCxnSpPr>
            <a:cxnSpLocks/>
            <a:stCxn id="25" idx="2"/>
          </p:cNvCxnSpPr>
          <p:nvPr/>
        </p:nvCxnSpPr>
        <p:spPr>
          <a:xfrm rot="10800000" flipV="1">
            <a:off x="3017037" y="3845600"/>
            <a:ext cx="152192" cy="1995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9D4CAA7-F750-FACD-EC38-53ACCB356DE7}"/>
              </a:ext>
            </a:extLst>
          </p:cNvPr>
          <p:cNvCxnSpPr>
            <a:cxnSpLocks/>
            <a:stCxn id="26" idx="2"/>
          </p:cNvCxnSpPr>
          <p:nvPr/>
        </p:nvCxnSpPr>
        <p:spPr>
          <a:xfrm rot="10800000" flipV="1">
            <a:off x="2308996" y="4342744"/>
            <a:ext cx="687202" cy="89394"/>
          </a:xfrm>
          <a:prstGeom prst="bentConnector3">
            <a:avLst>
              <a:gd name="adj1" fmla="val 672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39FE976-4A47-CB6F-BB7D-00FFEF325BC4}"/>
              </a:ext>
            </a:extLst>
          </p:cNvPr>
          <p:cNvSpPr/>
          <p:nvPr/>
        </p:nvSpPr>
        <p:spPr>
          <a:xfrm>
            <a:off x="2436808" y="3921615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F3F252-548F-A458-1D3A-F9BE64EC9991}"/>
              </a:ext>
            </a:extLst>
          </p:cNvPr>
          <p:cNvCxnSpPr>
            <a:stCxn id="17" idx="0"/>
            <a:endCxn id="29" idx="2"/>
          </p:cNvCxnSpPr>
          <p:nvPr/>
        </p:nvCxnSpPr>
        <p:spPr>
          <a:xfrm flipV="1">
            <a:off x="2724362" y="4146010"/>
            <a:ext cx="5122" cy="545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7291507-6796-2F7B-9658-EB897E47E70E}"/>
              </a:ext>
            </a:extLst>
          </p:cNvPr>
          <p:cNvCxnSpPr>
            <a:stCxn id="9" idx="0"/>
            <a:endCxn id="19" idx="2"/>
          </p:cNvCxnSpPr>
          <p:nvPr/>
        </p:nvCxnSpPr>
        <p:spPr>
          <a:xfrm flipV="1">
            <a:off x="2016320" y="4544335"/>
            <a:ext cx="0" cy="851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2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CD3033A0-728B-2FF9-472C-6E2594C28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304" y="4644265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431D9E66-61E0-3EB6-0A20-5E38CAA74274}"/>
              </a:ext>
            </a:extLst>
          </p:cNvPr>
          <p:cNvGrpSpPr/>
          <p:nvPr/>
        </p:nvGrpSpPr>
        <p:grpSpPr>
          <a:xfrm>
            <a:off x="9805809" y="3826590"/>
            <a:ext cx="1252149" cy="1670438"/>
            <a:chOff x="9805809" y="3826590"/>
            <a:chExt cx="1252149" cy="1670438"/>
          </a:xfrm>
        </p:grpSpPr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A58C074A-DEA9-3BF9-189C-E9B277CBB756}"/>
                </a:ext>
              </a:extLst>
            </p:cNvPr>
            <p:cNvSpPr/>
            <p:nvPr/>
          </p:nvSpPr>
          <p:spPr>
            <a:xfrm>
              <a:off x="9805809" y="527263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6B954B31-3DA8-3ECD-229F-64F748498D0C}"/>
                </a:ext>
              </a:extLst>
            </p:cNvPr>
            <p:cNvSpPr/>
            <p:nvPr/>
          </p:nvSpPr>
          <p:spPr>
            <a:xfrm>
              <a:off x="9805809" y="487697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D1B9A80B-C673-AF19-45D7-C2D5E482B4C6}"/>
                </a:ext>
              </a:extLst>
            </p:cNvPr>
            <p:cNvSpPr/>
            <p:nvPr/>
          </p:nvSpPr>
          <p:spPr>
            <a:xfrm>
              <a:off x="9805809" y="447774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057" name="Straight Arrow Connector 1056">
              <a:extLst>
                <a:ext uri="{FF2B5EF4-FFF2-40B4-BE49-F238E27FC236}">
                  <a16:creationId xmlns:a16="http://schemas.microsoft.com/office/drawing/2014/main" id="{945D099B-66C1-A3CD-295A-D2DDE2030C60}"/>
                </a:ext>
              </a:extLst>
            </p:cNvPr>
            <p:cNvCxnSpPr>
              <a:stCxn id="1054" idx="0"/>
              <a:endCxn id="1055" idx="2"/>
            </p:cNvCxnSpPr>
            <p:nvPr/>
          </p:nvCxnSpPr>
          <p:spPr>
            <a:xfrm flipV="1">
              <a:off x="10098485" y="5101365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24586C77-CFF2-256C-0374-0CEEAB0AA41A}"/>
                </a:ext>
              </a:extLst>
            </p:cNvPr>
            <p:cNvSpPr/>
            <p:nvPr/>
          </p:nvSpPr>
          <p:spPr>
            <a:xfrm>
              <a:off x="10706747" y="3826590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059" name="Connector: Elbow 1058">
              <a:extLst>
                <a:ext uri="{FF2B5EF4-FFF2-40B4-BE49-F238E27FC236}">
                  <a16:creationId xmlns:a16="http://schemas.microsoft.com/office/drawing/2014/main" id="{7EB8EC2C-74F5-30BF-6279-C60F4EC9F4A2}"/>
                </a:ext>
              </a:extLst>
            </p:cNvPr>
            <p:cNvCxnSpPr>
              <a:cxnSpLocks/>
              <a:stCxn id="1058" idx="2"/>
            </p:cNvCxnSpPr>
            <p:nvPr/>
          </p:nvCxnSpPr>
          <p:spPr>
            <a:xfrm rot="10800000" flipV="1">
              <a:off x="10391161" y="3953949"/>
              <a:ext cx="315586" cy="23365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Arrow Connector 1059">
              <a:extLst>
                <a:ext uri="{FF2B5EF4-FFF2-40B4-BE49-F238E27FC236}">
                  <a16:creationId xmlns:a16="http://schemas.microsoft.com/office/drawing/2014/main" id="{160C278D-2F06-B2C4-863C-CA9BEBEE168E}"/>
                </a:ext>
              </a:extLst>
            </p:cNvPr>
            <p:cNvCxnSpPr>
              <a:stCxn id="1055" idx="0"/>
              <a:endCxn id="1056" idx="2"/>
            </p:cNvCxnSpPr>
            <p:nvPr/>
          </p:nvCxnSpPr>
          <p:spPr>
            <a:xfrm flipV="1">
              <a:off x="10098485" y="4702138"/>
              <a:ext cx="0" cy="174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9EF493A4-A0BF-E5F0-99AF-FAA0DC7DBB01}"/>
                </a:ext>
              </a:extLst>
            </p:cNvPr>
            <p:cNvSpPr/>
            <p:nvPr/>
          </p:nvSpPr>
          <p:spPr>
            <a:xfrm>
              <a:off x="9805809" y="406821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c7</a:t>
              </a:r>
            </a:p>
          </p:txBody>
        </p:sp>
        <p:cxnSp>
          <p:nvCxnSpPr>
            <p:cNvPr id="1063" name="Straight Arrow Connector 1062">
              <a:extLst>
                <a:ext uri="{FF2B5EF4-FFF2-40B4-BE49-F238E27FC236}">
                  <a16:creationId xmlns:a16="http://schemas.microsoft.com/office/drawing/2014/main" id="{557403F7-636E-866E-8356-C5671121A2DB}"/>
                </a:ext>
              </a:extLst>
            </p:cNvPr>
            <p:cNvCxnSpPr>
              <a:stCxn id="1056" idx="0"/>
              <a:endCxn id="1061" idx="2"/>
            </p:cNvCxnSpPr>
            <p:nvPr/>
          </p:nvCxnSpPr>
          <p:spPr>
            <a:xfrm flipV="1">
              <a:off x="10098485" y="4292605"/>
              <a:ext cx="0" cy="1851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595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01F8-B082-16A9-FF33-ED484CD4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F3D75D0-FB09-B4BD-6783-41A62DB4F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" y="3635944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D3460512-D0B2-8D34-B627-B3D6861C7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621" y="49612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953693E-DAEB-F71E-6431-E8C0D737CD33}"/>
              </a:ext>
            </a:extLst>
          </p:cNvPr>
          <p:cNvSpPr/>
          <p:nvPr/>
        </p:nvSpPr>
        <p:spPr>
          <a:xfrm>
            <a:off x="5711461" y="3475558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1D0C86-F85C-9060-FECC-4A1F32C8F6D5}"/>
              </a:ext>
            </a:extLst>
          </p:cNvPr>
          <p:cNvSpPr/>
          <p:nvPr/>
        </p:nvSpPr>
        <p:spPr>
          <a:xfrm>
            <a:off x="5711461" y="3079895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34C970-F3A2-68B0-2B0F-99BCB4B2ADB0}"/>
              </a:ext>
            </a:extLst>
          </p:cNvPr>
          <p:cNvSpPr/>
          <p:nvPr/>
        </p:nvSpPr>
        <p:spPr>
          <a:xfrm>
            <a:off x="6419503" y="2798856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C8684F-2482-FFF7-3F52-A5FE804097BE}"/>
              </a:ext>
            </a:extLst>
          </p:cNvPr>
          <p:cNvSpPr/>
          <p:nvPr/>
        </p:nvSpPr>
        <p:spPr>
          <a:xfrm>
            <a:off x="6419503" y="2412532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D66DF2-377A-22F8-BCF9-4116CBC33249}"/>
              </a:ext>
            </a:extLst>
          </p:cNvPr>
          <p:cNvSpPr/>
          <p:nvPr/>
        </p:nvSpPr>
        <p:spPr>
          <a:xfrm>
            <a:off x="5711461" y="2004012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2CE050F-FDC0-AE76-5BDA-B0A7D98AA298}"/>
              </a:ext>
            </a:extLst>
          </p:cNvPr>
          <p:cNvCxnSpPr>
            <a:stCxn id="35" idx="0"/>
            <a:endCxn id="50" idx="2"/>
          </p:cNvCxnSpPr>
          <p:nvPr/>
        </p:nvCxnSpPr>
        <p:spPr>
          <a:xfrm flipV="1">
            <a:off x="6004137" y="3304290"/>
            <a:ext cx="0" cy="17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126F93A-8CD6-E147-63BD-D442A88B22FC}"/>
              </a:ext>
            </a:extLst>
          </p:cNvPr>
          <p:cNvCxnSpPr>
            <a:stCxn id="50" idx="3"/>
            <a:endCxn id="51" idx="2"/>
          </p:cNvCxnSpPr>
          <p:nvPr/>
        </p:nvCxnSpPr>
        <p:spPr>
          <a:xfrm flipV="1">
            <a:off x="6296813" y="3023250"/>
            <a:ext cx="415366" cy="1688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3063CA-4441-48FC-5025-EAF6D683202C}"/>
              </a:ext>
            </a:extLst>
          </p:cNvPr>
          <p:cNvCxnSpPr>
            <a:stCxn id="51" idx="0"/>
            <a:endCxn id="52" idx="2"/>
          </p:cNvCxnSpPr>
          <p:nvPr/>
        </p:nvCxnSpPr>
        <p:spPr>
          <a:xfrm flipV="1">
            <a:off x="6712178" y="2636928"/>
            <a:ext cx="0" cy="161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6578E45-8B0A-254C-334C-0E07A04C77B5}"/>
              </a:ext>
            </a:extLst>
          </p:cNvPr>
          <p:cNvCxnSpPr>
            <a:cxnSpLocks/>
            <a:stCxn id="52" idx="0"/>
            <a:endCxn id="53" idx="3"/>
          </p:cNvCxnSpPr>
          <p:nvPr/>
        </p:nvCxnSpPr>
        <p:spPr>
          <a:xfrm rot="16200000" flipV="1">
            <a:off x="6356335" y="2056688"/>
            <a:ext cx="296322" cy="4153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0E36C548-7703-A8B7-465C-A58D93E2113C}"/>
              </a:ext>
            </a:extLst>
          </p:cNvPr>
          <p:cNvSpPr/>
          <p:nvPr/>
        </p:nvSpPr>
        <p:spPr>
          <a:xfrm>
            <a:off x="7157046" y="2197841"/>
            <a:ext cx="351211" cy="25471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0A7875C-1FC6-F732-C9B9-72F8F1F2475D}"/>
              </a:ext>
            </a:extLst>
          </p:cNvPr>
          <p:cNvSpPr/>
          <p:nvPr/>
        </p:nvSpPr>
        <p:spPr>
          <a:xfrm>
            <a:off x="6471951" y="1497120"/>
            <a:ext cx="351211" cy="25471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0046BCDB-2D2D-5376-0ED6-F9CB235AE0FC}"/>
              </a:ext>
            </a:extLst>
          </p:cNvPr>
          <p:cNvCxnSpPr>
            <a:cxnSpLocks/>
            <a:stCxn id="59" idx="2"/>
            <a:endCxn id="52" idx="3"/>
          </p:cNvCxnSpPr>
          <p:nvPr/>
        </p:nvCxnSpPr>
        <p:spPr>
          <a:xfrm rot="10800000" flipV="1">
            <a:off x="7004856" y="2325200"/>
            <a:ext cx="152191" cy="1995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50ADF1F-EAC2-F411-A788-D6E10A1B2984}"/>
              </a:ext>
            </a:extLst>
          </p:cNvPr>
          <p:cNvCxnSpPr>
            <a:cxnSpLocks/>
            <a:stCxn id="60" idx="2"/>
          </p:cNvCxnSpPr>
          <p:nvPr/>
        </p:nvCxnSpPr>
        <p:spPr>
          <a:xfrm rot="10800000" flipV="1">
            <a:off x="6296813" y="1624479"/>
            <a:ext cx="175138" cy="893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EB519DFC-7B8B-2532-6D15-C1E6641C942D}"/>
              </a:ext>
            </a:extLst>
          </p:cNvPr>
          <p:cNvSpPr/>
          <p:nvPr/>
        </p:nvSpPr>
        <p:spPr>
          <a:xfrm>
            <a:off x="5711461" y="1599060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3E8D3842-E722-7BD0-C678-89804EABE349}"/>
              </a:ext>
            </a:extLst>
          </p:cNvPr>
          <p:cNvCxnSpPr>
            <a:cxnSpLocks/>
            <a:stCxn id="53" idx="0"/>
            <a:endCxn id="63" idx="2"/>
          </p:cNvCxnSpPr>
          <p:nvPr/>
        </p:nvCxnSpPr>
        <p:spPr>
          <a:xfrm flipV="1">
            <a:off x="6004137" y="1823455"/>
            <a:ext cx="0" cy="180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C7A24E24-03EF-C444-8D3D-210CEA2DB12F}"/>
              </a:ext>
            </a:extLst>
          </p:cNvPr>
          <p:cNvGrpSpPr/>
          <p:nvPr/>
        </p:nvGrpSpPr>
        <p:grpSpPr>
          <a:xfrm>
            <a:off x="1723644" y="2922713"/>
            <a:ext cx="1796796" cy="3093168"/>
            <a:chOff x="1723644" y="2922713"/>
            <a:chExt cx="1796796" cy="30931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5C7732-402B-4B40-865C-311732214A7E}"/>
                </a:ext>
              </a:extLst>
            </p:cNvPr>
            <p:cNvSpPr/>
            <p:nvPr/>
          </p:nvSpPr>
          <p:spPr>
            <a:xfrm>
              <a:off x="1723644" y="5791486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495BDE-692D-70DC-84B0-B68CBAB5C5B9}"/>
                </a:ext>
              </a:extLst>
            </p:cNvPr>
            <p:cNvSpPr/>
            <p:nvPr/>
          </p:nvSpPr>
          <p:spPr>
            <a:xfrm>
              <a:off x="1723644" y="539582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06E7440-5FFC-F2C8-ADD8-41E1D1AEE222}"/>
                </a:ext>
              </a:extLst>
            </p:cNvPr>
            <p:cNvSpPr/>
            <p:nvPr/>
          </p:nvSpPr>
          <p:spPr>
            <a:xfrm>
              <a:off x="2431686" y="5078208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B1F9E5-5163-118C-2B2A-F4007C9F4309}"/>
                </a:ext>
              </a:extLst>
            </p:cNvPr>
            <p:cNvSpPr/>
            <p:nvPr/>
          </p:nvSpPr>
          <p:spPr>
            <a:xfrm>
              <a:off x="2431686" y="469188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360A6B-9CFD-3F5E-8C55-EC1CC843E827}"/>
                </a:ext>
              </a:extLst>
            </p:cNvPr>
            <p:cNvSpPr/>
            <p:nvPr/>
          </p:nvSpPr>
          <p:spPr>
            <a:xfrm>
              <a:off x="1723644" y="431994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2BCCA59-EB78-A105-99DD-8304AFA84694}"/>
                </a:ext>
              </a:extLst>
            </p:cNvPr>
            <p:cNvCxnSpPr>
              <a:stCxn id="4" idx="0"/>
              <a:endCxn id="5" idx="2"/>
            </p:cNvCxnSpPr>
            <p:nvPr/>
          </p:nvCxnSpPr>
          <p:spPr>
            <a:xfrm flipV="1">
              <a:off x="2016320" y="5620218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9D0487E1-D515-700A-3308-229DD2136DC2}"/>
                </a:ext>
              </a:extLst>
            </p:cNvPr>
            <p:cNvCxnSpPr>
              <a:stCxn id="5" idx="3"/>
              <a:endCxn id="6" idx="2"/>
            </p:cNvCxnSpPr>
            <p:nvPr/>
          </p:nvCxnSpPr>
          <p:spPr>
            <a:xfrm flipV="1">
              <a:off x="2308996" y="5302603"/>
              <a:ext cx="415366" cy="20541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7B58612-84AA-B4FE-CA85-36D1B35AA8F3}"/>
                </a:ext>
              </a:extLst>
            </p:cNvPr>
            <p:cNvCxnSpPr>
              <a:stCxn id="6" idx="0"/>
              <a:endCxn id="7" idx="2"/>
            </p:cNvCxnSpPr>
            <p:nvPr/>
          </p:nvCxnSpPr>
          <p:spPr>
            <a:xfrm flipV="1">
              <a:off x="2724362" y="4916279"/>
              <a:ext cx="0" cy="1619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9C766AE6-F4BE-129F-0D19-EDE6E3B27F88}"/>
                </a:ext>
              </a:extLst>
            </p:cNvPr>
            <p:cNvCxnSpPr>
              <a:cxnSpLocks/>
              <a:stCxn id="7" idx="0"/>
              <a:endCxn id="8" idx="3"/>
            </p:cNvCxnSpPr>
            <p:nvPr/>
          </p:nvCxnSpPr>
          <p:spPr>
            <a:xfrm rot="16200000" flipV="1">
              <a:off x="2386806" y="4354328"/>
              <a:ext cx="259746" cy="4153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9E0DDA7-040C-F1A7-3A26-7E2F139D3718}"/>
                </a:ext>
              </a:extLst>
            </p:cNvPr>
            <p:cNvSpPr/>
            <p:nvPr/>
          </p:nvSpPr>
          <p:spPr>
            <a:xfrm>
              <a:off x="3169229" y="2922713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52B9B6-F933-6708-AF19-2F46789839EC}"/>
                </a:ext>
              </a:extLst>
            </p:cNvPr>
            <p:cNvSpPr/>
            <p:nvPr/>
          </p:nvSpPr>
          <p:spPr>
            <a:xfrm>
              <a:off x="2996198" y="3419856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779D2E9D-D744-C479-5A3F-A9F2FE69E68F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0800000" flipV="1">
              <a:off x="3017037" y="3050072"/>
              <a:ext cx="152192" cy="1995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D7A4671D-0267-8DEF-234F-FE42ED6816AB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rot="10800000" flipV="1">
              <a:off x="2308996" y="3547216"/>
              <a:ext cx="687202" cy="8939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6839B840-58DE-1F42-7D76-325AF3DF8C15}"/>
                </a:ext>
              </a:extLst>
            </p:cNvPr>
            <p:cNvSpPr/>
            <p:nvPr/>
          </p:nvSpPr>
          <p:spPr>
            <a:xfrm>
              <a:off x="2436808" y="3921615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c6</a:t>
              </a:r>
            </a:p>
          </p:txBody>
        </p: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151AB3D7-5F79-71F5-3614-A50A2AB5A895}"/>
                </a:ext>
              </a:extLst>
            </p:cNvPr>
            <p:cNvCxnSpPr>
              <a:stCxn id="7" idx="0"/>
              <a:endCxn id="1029" idx="2"/>
            </p:cNvCxnSpPr>
            <p:nvPr/>
          </p:nvCxnSpPr>
          <p:spPr>
            <a:xfrm flipV="1">
              <a:off x="2724362" y="4146010"/>
              <a:ext cx="5122" cy="5458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9400D35-672F-BF00-80FF-4F3F18CA8D9A}"/>
                </a:ext>
              </a:extLst>
            </p:cNvPr>
            <p:cNvSpPr/>
            <p:nvPr/>
          </p:nvSpPr>
          <p:spPr>
            <a:xfrm>
              <a:off x="1723644" y="3525919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c7</a:t>
              </a:r>
            </a:p>
          </p:txBody>
        </p: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F1127028-1F9A-3252-B15F-4B3249EAA066}"/>
                </a:ext>
              </a:extLst>
            </p:cNvPr>
            <p:cNvCxnSpPr>
              <a:stCxn id="8" idx="0"/>
              <a:endCxn id="1032" idx="2"/>
            </p:cNvCxnSpPr>
            <p:nvPr/>
          </p:nvCxnSpPr>
          <p:spPr>
            <a:xfrm flipV="1">
              <a:off x="2016320" y="3750314"/>
              <a:ext cx="0" cy="5696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E5FF635F-C7C3-8F28-48FB-6035C4B13234}"/>
                </a:ext>
              </a:extLst>
            </p:cNvPr>
            <p:cNvSpPr/>
            <p:nvPr/>
          </p:nvSpPr>
          <p:spPr>
            <a:xfrm>
              <a:off x="2431684" y="3133427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c8</a:t>
              </a: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F8E57647-356C-44B5-9DC1-6DC8BC54F50B}"/>
                </a:ext>
              </a:extLst>
            </p:cNvPr>
            <p:cNvCxnSpPr>
              <a:stCxn id="1029" idx="0"/>
              <a:endCxn id="1038" idx="2"/>
            </p:cNvCxnSpPr>
            <p:nvPr/>
          </p:nvCxnSpPr>
          <p:spPr>
            <a:xfrm flipH="1" flipV="1">
              <a:off x="2724360" y="3357822"/>
              <a:ext cx="5124" cy="5637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Connector: Elbow 1041">
              <a:extLst>
                <a:ext uri="{FF2B5EF4-FFF2-40B4-BE49-F238E27FC236}">
                  <a16:creationId xmlns:a16="http://schemas.microsoft.com/office/drawing/2014/main" id="{16A12448-BA88-2C1B-5BA8-C17BFA93E549}"/>
                </a:ext>
              </a:extLst>
            </p:cNvPr>
            <p:cNvCxnSpPr>
              <a:stCxn id="1032" idx="0"/>
              <a:endCxn id="1038" idx="1"/>
            </p:cNvCxnSpPr>
            <p:nvPr/>
          </p:nvCxnSpPr>
          <p:spPr>
            <a:xfrm rot="5400000" flipH="1" flipV="1">
              <a:off x="2083855" y="3178090"/>
              <a:ext cx="280294" cy="41536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69F550FD-15E9-EB7B-4C7E-6D073D6AB7F6}"/>
                </a:ext>
              </a:extLst>
            </p:cNvPr>
            <p:cNvCxnSpPr>
              <a:stCxn id="5" idx="0"/>
              <a:endCxn id="8" idx="2"/>
            </p:cNvCxnSpPr>
            <p:nvPr/>
          </p:nvCxnSpPr>
          <p:spPr>
            <a:xfrm flipV="1">
              <a:off x="2016320" y="4544335"/>
              <a:ext cx="0" cy="851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BF65A11A-B958-F2F4-A990-4A645E040E0F}"/>
              </a:ext>
            </a:extLst>
          </p:cNvPr>
          <p:cNvCxnSpPr>
            <a:stCxn id="50" idx="0"/>
            <a:endCxn id="53" idx="2"/>
          </p:cNvCxnSpPr>
          <p:nvPr/>
        </p:nvCxnSpPr>
        <p:spPr>
          <a:xfrm flipV="1">
            <a:off x="6004137" y="2228407"/>
            <a:ext cx="0" cy="851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5" name="Arrow: Right 1054">
            <a:extLst>
              <a:ext uri="{FF2B5EF4-FFF2-40B4-BE49-F238E27FC236}">
                <a16:creationId xmlns:a16="http://schemas.microsoft.com/office/drawing/2014/main" id="{45B033F1-6FE7-901A-4E34-EA87F5A95747}"/>
              </a:ext>
            </a:extLst>
          </p:cNvPr>
          <p:cNvSpPr/>
          <p:nvPr/>
        </p:nvSpPr>
        <p:spPr>
          <a:xfrm rot="12583766">
            <a:off x="7885923" y="2957905"/>
            <a:ext cx="1674704" cy="587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Arrow: Right 1055">
            <a:extLst>
              <a:ext uri="{FF2B5EF4-FFF2-40B4-BE49-F238E27FC236}">
                <a16:creationId xmlns:a16="http://schemas.microsoft.com/office/drawing/2014/main" id="{52EE19C9-2AA6-F0CD-F3A2-578AF35F2582}"/>
              </a:ext>
            </a:extLst>
          </p:cNvPr>
          <p:cNvSpPr/>
          <p:nvPr/>
        </p:nvSpPr>
        <p:spPr>
          <a:xfrm rot="9050625">
            <a:off x="3751906" y="2756522"/>
            <a:ext cx="1674704" cy="587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7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F502F6AD-59E7-4BAA-61CE-709A38992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304" y="4644265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069D5351-7A71-6002-24BC-566165DEAC7F}"/>
              </a:ext>
            </a:extLst>
          </p:cNvPr>
          <p:cNvGrpSpPr/>
          <p:nvPr/>
        </p:nvGrpSpPr>
        <p:grpSpPr>
          <a:xfrm>
            <a:off x="9805809" y="3826590"/>
            <a:ext cx="1252149" cy="1670438"/>
            <a:chOff x="9805809" y="3826590"/>
            <a:chExt cx="1252149" cy="1670438"/>
          </a:xfrm>
        </p:grpSpPr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F7B86761-BC43-4449-020E-AC911784D0FA}"/>
                </a:ext>
              </a:extLst>
            </p:cNvPr>
            <p:cNvSpPr/>
            <p:nvPr/>
          </p:nvSpPr>
          <p:spPr>
            <a:xfrm>
              <a:off x="9805809" y="527263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8B3B7DBD-442B-0361-AF8D-C3E13BC8ADB2}"/>
                </a:ext>
              </a:extLst>
            </p:cNvPr>
            <p:cNvSpPr/>
            <p:nvPr/>
          </p:nvSpPr>
          <p:spPr>
            <a:xfrm>
              <a:off x="9805809" y="487697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417146A6-F968-ABF4-E6BE-F84B41CEF9B6}"/>
                </a:ext>
              </a:extLst>
            </p:cNvPr>
            <p:cNvSpPr/>
            <p:nvPr/>
          </p:nvSpPr>
          <p:spPr>
            <a:xfrm>
              <a:off x="9805809" y="447774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062" name="Straight Arrow Connector 1061">
              <a:extLst>
                <a:ext uri="{FF2B5EF4-FFF2-40B4-BE49-F238E27FC236}">
                  <a16:creationId xmlns:a16="http://schemas.microsoft.com/office/drawing/2014/main" id="{C5652BFA-5BCE-0E46-6FD9-C5A9D1AD60CA}"/>
                </a:ext>
              </a:extLst>
            </p:cNvPr>
            <p:cNvCxnSpPr>
              <a:stCxn id="1059" idx="0"/>
              <a:endCxn id="1060" idx="2"/>
            </p:cNvCxnSpPr>
            <p:nvPr/>
          </p:nvCxnSpPr>
          <p:spPr>
            <a:xfrm flipV="1">
              <a:off x="10098485" y="5101365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08E0EBFA-C1EF-A445-D2A5-E62F63961897}"/>
                </a:ext>
              </a:extLst>
            </p:cNvPr>
            <p:cNvSpPr/>
            <p:nvPr/>
          </p:nvSpPr>
          <p:spPr>
            <a:xfrm>
              <a:off x="10706747" y="3826590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064" name="Connector: Elbow 1063">
              <a:extLst>
                <a:ext uri="{FF2B5EF4-FFF2-40B4-BE49-F238E27FC236}">
                  <a16:creationId xmlns:a16="http://schemas.microsoft.com/office/drawing/2014/main" id="{24C8C89B-E855-5C73-93F7-88F8D4AE59DC}"/>
                </a:ext>
              </a:extLst>
            </p:cNvPr>
            <p:cNvCxnSpPr>
              <a:cxnSpLocks/>
              <a:stCxn id="1063" idx="2"/>
            </p:cNvCxnSpPr>
            <p:nvPr/>
          </p:nvCxnSpPr>
          <p:spPr>
            <a:xfrm rot="10800000" flipV="1">
              <a:off x="10391161" y="3953949"/>
              <a:ext cx="315586" cy="23365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Arrow Connector 1064">
              <a:extLst>
                <a:ext uri="{FF2B5EF4-FFF2-40B4-BE49-F238E27FC236}">
                  <a16:creationId xmlns:a16="http://schemas.microsoft.com/office/drawing/2014/main" id="{F2EC3231-78E9-38C0-F8E1-D887FD460111}"/>
                </a:ext>
              </a:extLst>
            </p:cNvPr>
            <p:cNvCxnSpPr>
              <a:stCxn id="1060" idx="0"/>
              <a:endCxn id="1061" idx="2"/>
            </p:cNvCxnSpPr>
            <p:nvPr/>
          </p:nvCxnSpPr>
          <p:spPr>
            <a:xfrm flipV="1">
              <a:off x="10098485" y="4702138"/>
              <a:ext cx="0" cy="174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17B234B1-920A-F48D-77C2-64166EFDB2BE}"/>
                </a:ext>
              </a:extLst>
            </p:cNvPr>
            <p:cNvSpPr/>
            <p:nvPr/>
          </p:nvSpPr>
          <p:spPr>
            <a:xfrm>
              <a:off x="9805809" y="406821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c7</a:t>
              </a:r>
            </a:p>
          </p:txBody>
        </p:sp>
        <p:cxnSp>
          <p:nvCxnSpPr>
            <p:cNvPr id="1067" name="Straight Arrow Connector 1066">
              <a:extLst>
                <a:ext uri="{FF2B5EF4-FFF2-40B4-BE49-F238E27FC236}">
                  <a16:creationId xmlns:a16="http://schemas.microsoft.com/office/drawing/2014/main" id="{63E84E7A-713E-1094-1C2C-54FF486090CA}"/>
                </a:ext>
              </a:extLst>
            </p:cNvPr>
            <p:cNvCxnSpPr>
              <a:stCxn id="1061" idx="0"/>
              <a:endCxn id="1066" idx="2"/>
            </p:cNvCxnSpPr>
            <p:nvPr/>
          </p:nvCxnSpPr>
          <p:spPr>
            <a:xfrm flipV="1">
              <a:off x="10098485" y="4292605"/>
              <a:ext cx="0" cy="1851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791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7631-A281-A2C8-4E76-F8CEDFD7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B20667E-8EF2-DB03-5C05-26B8284B9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" y="3635944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BF4331B8-BAA1-BC36-980C-13A120607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621" y="49612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490677D-1CD5-85FB-E0F0-F8C1BEF797D8}"/>
              </a:ext>
            </a:extLst>
          </p:cNvPr>
          <p:cNvGrpSpPr/>
          <p:nvPr/>
        </p:nvGrpSpPr>
        <p:grpSpPr>
          <a:xfrm>
            <a:off x="1723644" y="1819656"/>
            <a:ext cx="1796796" cy="4196225"/>
            <a:chOff x="1723644" y="1819656"/>
            <a:chExt cx="1796796" cy="41962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C0B42F-63C2-8937-8CEA-27F09A538A18}"/>
                </a:ext>
              </a:extLst>
            </p:cNvPr>
            <p:cNvSpPr/>
            <p:nvPr/>
          </p:nvSpPr>
          <p:spPr>
            <a:xfrm>
              <a:off x="1723644" y="5791486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EE1F2AE-56CA-E3C0-5DC1-9C3B18A444D4}"/>
                </a:ext>
              </a:extLst>
            </p:cNvPr>
            <p:cNvSpPr/>
            <p:nvPr/>
          </p:nvSpPr>
          <p:spPr>
            <a:xfrm>
              <a:off x="1723644" y="539582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82A4C2-3A22-8A58-1C5D-70504E9526EF}"/>
                </a:ext>
              </a:extLst>
            </p:cNvPr>
            <p:cNvSpPr/>
            <p:nvPr/>
          </p:nvSpPr>
          <p:spPr>
            <a:xfrm>
              <a:off x="2431686" y="5078208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943A97-B203-A46D-6B8C-267354672781}"/>
                </a:ext>
              </a:extLst>
            </p:cNvPr>
            <p:cNvSpPr/>
            <p:nvPr/>
          </p:nvSpPr>
          <p:spPr>
            <a:xfrm>
              <a:off x="2431686" y="469188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61DCFD-A7AD-2455-92BD-A4E46697086E}"/>
                </a:ext>
              </a:extLst>
            </p:cNvPr>
            <p:cNvSpPr/>
            <p:nvPr/>
          </p:nvSpPr>
          <p:spPr>
            <a:xfrm>
              <a:off x="1723644" y="431994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1D2BADC-B03B-BA22-B760-2E31979B498D}"/>
                </a:ext>
              </a:extLst>
            </p:cNvPr>
            <p:cNvCxnSpPr>
              <a:stCxn id="4" idx="0"/>
              <a:endCxn id="5" idx="2"/>
            </p:cNvCxnSpPr>
            <p:nvPr/>
          </p:nvCxnSpPr>
          <p:spPr>
            <a:xfrm flipV="1">
              <a:off x="2016320" y="5620218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7B050179-4BD4-4BDF-145E-704CB55EE9E0}"/>
                </a:ext>
              </a:extLst>
            </p:cNvPr>
            <p:cNvCxnSpPr>
              <a:stCxn id="5" idx="3"/>
              <a:endCxn id="6" idx="2"/>
            </p:cNvCxnSpPr>
            <p:nvPr/>
          </p:nvCxnSpPr>
          <p:spPr>
            <a:xfrm flipV="1">
              <a:off x="2308996" y="5302603"/>
              <a:ext cx="415366" cy="20541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0848FE7-5A09-6186-8D01-505FF6BF3D4E}"/>
                </a:ext>
              </a:extLst>
            </p:cNvPr>
            <p:cNvCxnSpPr>
              <a:stCxn id="6" idx="0"/>
              <a:endCxn id="7" idx="2"/>
            </p:cNvCxnSpPr>
            <p:nvPr/>
          </p:nvCxnSpPr>
          <p:spPr>
            <a:xfrm flipV="1">
              <a:off x="2724362" y="4916279"/>
              <a:ext cx="0" cy="1619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7B2EB81A-4D63-EB7E-8230-A8D95D67E0AE}"/>
                </a:ext>
              </a:extLst>
            </p:cNvPr>
            <p:cNvCxnSpPr>
              <a:cxnSpLocks/>
              <a:stCxn id="7" idx="0"/>
              <a:endCxn id="8" idx="3"/>
            </p:cNvCxnSpPr>
            <p:nvPr/>
          </p:nvCxnSpPr>
          <p:spPr>
            <a:xfrm rot="16200000" flipV="1">
              <a:off x="2386806" y="4354328"/>
              <a:ext cx="259746" cy="4153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D9F8E37-2A47-6B65-F769-D40D219D618C}"/>
                </a:ext>
              </a:extLst>
            </p:cNvPr>
            <p:cNvSpPr/>
            <p:nvPr/>
          </p:nvSpPr>
          <p:spPr>
            <a:xfrm>
              <a:off x="3169229" y="2099753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6594B3-038F-A1E5-8243-BF35980A3E35}"/>
                </a:ext>
              </a:extLst>
            </p:cNvPr>
            <p:cNvSpPr/>
            <p:nvPr/>
          </p:nvSpPr>
          <p:spPr>
            <a:xfrm>
              <a:off x="2996198" y="1819656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C4399419-138F-092C-FA87-65A8492AC941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0800000" flipV="1">
              <a:off x="3017037" y="2227112"/>
              <a:ext cx="152192" cy="1995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8C5E14D4-70D4-4FB3-DE0C-5A7F94461D7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rot="10800000" flipV="1">
              <a:off x="2308996" y="1947016"/>
              <a:ext cx="687202" cy="89394"/>
            </a:xfrm>
            <a:prstGeom prst="bentConnector3">
              <a:avLst>
                <a:gd name="adj1" fmla="val 7395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19F13767-7A03-B232-10DC-680D17A56A1C}"/>
                </a:ext>
              </a:extLst>
            </p:cNvPr>
            <p:cNvSpPr/>
            <p:nvPr/>
          </p:nvSpPr>
          <p:spPr>
            <a:xfrm>
              <a:off x="2436808" y="3921615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c6</a:t>
              </a:r>
            </a:p>
          </p:txBody>
        </p: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B1534E9A-22F9-A1A2-24CC-42C1D2371AE1}"/>
                </a:ext>
              </a:extLst>
            </p:cNvPr>
            <p:cNvCxnSpPr>
              <a:stCxn id="7" idx="0"/>
              <a:endCxn id="1029" idx="2"/>
            </p:cNvCxnSpPr>
            <p:nvPr/>
          </p:nvCxnSpPr>
          <p:spPr>
            <a:xfrm flipV="1">
              <a:off x="2724362" y="4146010"/>
              <a:ext cx="5122" cy="5458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6A0C47FC-3E65-CC8A-9F83-62C1DC3BF161}"/>
                </a:ext>
              </a:extLst>
            </p:cNvPr>
            <p:cNvSpPr/>
            <p:nvPr/>
          </p:nvSpPr>
          <p:spPr>
            <a:xfrm>
              <a:off x="1723644" y="3525919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c7</a:t>
              </a:r>
            </a:p>
          </p:txBody>
        </p: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6894BA9F-9207-2EE6-6F95-50C9FDC40191}"/>
                </a:ext>
              </a:extLst>
            </p:cNvPr>
            <p:cNvCxnSpPr>
              <a:stCxn id="8" idx="0"/>
              <a:endCxn id="1032" idx="2"/>
            </p:cNvCxnSpPr>
            <p:nvPr/>
          </p:nvCxnSpPr>
          <p:spPr>
            <a:xfrm flipV="1">
              <a:off x="2016320" y="3750314"/>
              <a:ext cx="0" cy="5696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80444A7D-AA3C-34BF-5166-1BB6452ADC2D}"/>
                </a:ext>
              </a:extLst>
            </p:cNvPr>
            <p:cNvSpPr/>
            <p:nvPr/>
          </p:nvSpPr>
          <p:spPr>
            <a:xfrm>
              <a:off x="2431684" y="3133427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c8</a:t>
              </a: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B703BEAD-95FB-2B53-7450-44057FB00444}"/>
                </a:ext>
              </a:extLst>
            </p:cNvPr>
            <p:cNvCxnSpPr>
              <a:stCxn id="1029" idx="0"/>
              <a:endCxn id="1038" idx="2"/>
            </p:cNvCxnSpPr>
            <p:nvPr/>
          </p:nvCxnSpPr>
          <p:spPr>
            <a:xfrm flipH="1" flipV="1">
              <a:off x="2724360" y="3357822"/>
              <a:ext cx="5124" cy="5637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Connector: Elbow 1041">
              <a:extLst>
                <a:ext uri="{FF2B5EF4-FFF2-40B4-BE49-F238E27FC236}">
                  <a16:creationId xmlns:a16="http://schemas.microsoft.com/office/drawing/2014/main" id="{6A83500A-CC42-90FE-B4FF-4D291F3A8B79}"/>
                </a:ext>
              </a:extLst>
            </p:cNvPr>
            <p:cNvCxnSpPr>
              <a:stCxn id="1032" idx="0"/>
              <a:endCxn id="1038" idx="1"/>
            </p:cNvCxnSpPr>
            <p:nvPr/>
          </p:nvCxnSpPr>
          <p:spPr>
            <a:xfrm rot="5400000" flipH="1" flipV="1">
              <a:off x="2083855" y="3178090"/>
              <a:ext cx="280294" cy="41536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9A3288BE-8FBF-AD1C-D0BD-ED22DAD78F6E}"/>
                </a:ext>
              </a:extLst>
            </p:cNvPr>
            <p:cNvCxnSpPr>
              <a:stCxn id="5" idx="0"/>
              <a:endCxn id="8" idx="2"/>
            </p:cNvCxnSpPr>
            <p:nvPr/>
          </p:nvCxnSpPr>
          <p:spPr>
            <a:xfrm flipV="1">
              <a:off x="2016320" y="4544335"/>
              <a:ext cx="0" cy="851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FD4640-839B-2A2B-CA09-111B388483EC}"/>
                </a:ext>
              </a:extLst>
            </p:cNvPr>
            <p:cNvSpPr/>
            <p:nvPr/>
          </p:nvSpPr>
          <p:spPr>
            <a:xfrm>
              <a:off x="2431684" y="271049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c9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B30FF6-3905-F7BF-9924-90D8DC9115C3}"/>
                </a:ext>
              </a:extLst>
            </p:cNvPr>
            <p:cNvSpPr/>
            <p:nvPr/>
          </p:nvSpPr>
          <p:spPr>
            <a:xfrm>
              <a:off x="2431684" y="2308098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c10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41B9D52-83FC-26D3-B27C-2F83B709D807}"/>
                </a:ext>
              </a:extLst>
            </p:cNvPr>
            <p:cNvCxnSpPr>
              <a:stCxn id="1038" idx="0"/>
              <a:endCxn id="3" idx="2"/>
            </p:cNvCxnSpPr>
            <p:nvPr/>
          </p:nvCxnSpPr>
          <p:spPr>
            <a:xfrm flipV="1">
              <a:off x="2724360" y="2934889"/>
              <a:ext cx="0" cy="1985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2B7C6E9-2B92-8B95-B0C3-F904B4F1A0AD}"/>
                </a:ext>
              </a:extLst>
            </p:cNvPr>
            <p:cNvCxnSpPr>
              <a:stCxn id="3" idx="0"/>
              <a:endCxn id="9" idx="2"/>
            </p:cNvCxnSpPr>
            <p:nvPr/>
          </p:nvCxnSpPr>
          <p:spPr>
            <a:xfrm flipV="1">
              <a:off x="2724360" y="2532493"/>
              <a:ext cx="0" cy="1780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AD2B1D-E374-2A1A-F06F-49463CC8647D}"/>
                </a:ext>
              </a:extLst>
            </p:cNvPr>
            <p:cNvSpPr/>
            <p:nvPr/>
          </p:nvSpPr>
          <p:spPr>
            <a:xfrm>
              <a:off x="1723644" y="1922812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c11</a:t>
              </a:r>
            </a:p>
          </p:txBody>
        </p: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9C89BC3B-B01F-07DF-3EAA-D3C89BA641F0}"/>
                </a:ext>
              </a:extLst>
            </p:cNvPr>
            <p:cNvCxnSpPr>
              <a:stCxn id="9" idx="0"/>
              <a:endCxn id="22" idx="3"/>
            </p:cNvCxnSpPr>
            <p:nvPr/>
          </p:nvCxnSpPr>
          <p:spPr>
            <a:xfrm rot="16200000" flipV="1">
              <a:off x="2380134" y="1963872"/>
              <a:ext cx="273088" cy="41536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E2FDD0F-0CD2-611E-CA42-5D797527ACEA}"/>
                </a:ext>
              </a:extLst>
            </p:cNvPr>
            <p:cNvCxnSpPr>
              <a:stCxn id="1032" idx="0"/>
              <a:endCxn id="22" idx="2"/>
            </p:cNvCxnSpPr>
            <p:nvPr/>
          </p:nvCxnSpPr>
          <p:spPr>
            <a:xfrm flipV="1">
              <a:off x="2016320" y="2147207"/>
              <a:ext cx="0" cy="1378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45A9A68-AD66-7208-F9E9-9BE199590DAD}"/>
              </a:ext>
            </a:extLst>
          </p:cNvPr>
          <p:cNvSpPr/>
          <p:nvPr/>
        </p:nvSpPr>
        <p:spPr>
          <a:xfrm rot="19862585">
            <a:off x="3592748" y="2205214"/>
            <a:ext cx="1674704" cy="587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A52B3CA-E92C-F52D-67AB-68880B0BD5EB}"/>
              </a:ext>
            </a:extLst>
          </p:cNvPr>
          <p:cNvSpPr/>
          <p:nvPr/>
        </p:nvSpPr>
        <p:spPr>
          <a:xfrm rot="2102033">
            <a:off x="7766647" y="2454870"/>
            <a:ext cx="1674704" cy="587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D0B1CF-8AA4-8F4C-EF20-2ECAE445ED1B}"/>
              </a:ext>
            </a:extLst>
          </p:cNvPr>
          <p:cNvGrpSpPr/>
          <p:nvPr/>
        </p:nvGrpSpPr>
        <p:grpSpPr>
          <a:xfrm>
            <a:off x="5437806" y="1534094"/>
            <a:ext cx="1796796" cy="4196225"/>
            <a:chOff x="1723644" y="1819656"/>
            <a:chExt cx="1796796" cy="41962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32F7C9-5B52-7A49-6620-3630F165F56C}"/>
                </a:ext>
              </a:extLst>
            </p:cNvPr>
            <p:cNvSpPr/>
            <p:nvPr/>
          </p:nvSpPr>
          <p:spPr>
            <a:xfrm>
              <a:off x="1723644" y="5791486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DEDAF87-D678-BD31-5A11-C482B1AF20E6}"/>
                </a:ext>
              </a:extLst>
            </p:cNvPr>
            <p:cNvSpPr/>
            <p:nvPr/>
          </p:nvSpPr>
          <p:spPr>
            <a:xfrm>
              <a:off x="1723644" y="5395823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E65C54-123D-14D4-BB73-3B803A48AB54}"/>
                </a:ext>
              </a:extLst>
            </p:cNvPr>
            <p:cNvSpPr/>
            <p:nvPr/>
          </p:nvSpPr>
          <p:spPr>
            <a:xfrm>
              <a:off x="2431686" y="5078208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C2956E-973B-ADEC-79AE-74C8297553CE}"/>
                </a:ext>
              </a:extLst>
            </p:cNvPr>
            <p:cNvSpPr/>
            <p:nvPr/>
          </p:nvSpPr>
          <p:spPr>
            <a:xfrm>
              <a:off x="2431686" y="469188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F0AF61-862F-EBE5-A37B-141FE62D0719}"/>
                </a:ext>
              </a:extLst>
            </p:cNvPr>
            <p:cNvSpPr/>
            <p:nvPr/>
          </p:nvSpPr>
          <p:spPr>
            <a:xfrm>
              <a:off x="1723644" y="4319940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D729C6-ACB6-1F6F-E13E-3976CFA66D97}"/>
                </a:ext>
              </a:extLst>
            </p:cNvPr>
            <p:cNvCxnSpPr>
              <a:stCxn id="25" idx="0"/>
              <a:endCxn id="27" idx="2"/>
            </p:cNvCxnSpPr>
            <p:nvPr/>
          </p:nvCxnSpPr>
          <p:spPr>
            <a:xfrm flipV="1">
              <a:off x="2016320" y="5620218"/>
              <a:ext cx="0" cy="1712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009FA372-1B8B-23EB-B31E-7F4454566490}"/>
                </a:ext>
              </a:extLst>
            </p:cNvPr>
            <p:cNvCxnSpPr>
              <a:stCxn id="27" idx="3"/>
              <a:endCxn id="29" idx="2"/>
            </p:cNvCxnSpPr>
            <p:nvPr/>
          </p:nvCxnSpPr>
          <p:spPr>
            <a:xfrm flipV="1">
              <a:off x="2308996" y="5302603"/>
              <a:ext cx="415366" cy="20541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4859BB0-E7FC-A351-EDAE-459B5838FE0D}"/>
                </a:ext>
              </a:extLst>
            </p:cNvPr>
            <p:cNvCxnSpPr>
              <a:stCxn id="29" idx="0"/>
              <a:endCxn id="30" idx="2"/>
            </p:cNvCxnSpPr>
            <p:nvPr/>
          </p:nvCxnSpPr>
          <p:spPr>
            <a:xfrm flipV="1">
              <a:off x="2724362" y="4916279"/>
              <a:ext cx="0" cy="1619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C03EEB45-8376-CC67-1ACA-6B20A671E253}"/>
                </a:ext>
              </a:extLst>
            </p:cNvPr>
            <p:cNvCxnSpPr>
              <a:cxnSpLocks/>
              <a:stCxn id="30" idx="0"/>
              <a:endCxn id="31" idx="3"/>
            </p:cNvCxnSpPr>
            <p:nvPr/>
          </p:nvCxnSpPr>
          <p:spPr>
            <a:xfrm rot="16200000" flipV="1">
              <a:off x="2386806" y="4354328"/>
              <a:ext cx="259746" cy="4153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4E4D46A-9912-FFAB-A995-241689F7BC2C}"/>
                </a:ext>
              </a:extLst>
            </p:cNvPr>
            <p:cNvSpPr/>
            <p:nvPr/>
          </p:nvSpPr>
          <p:spPr>
            <a:xfrm>
              <a:off x="3169229" y="2099753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67EC3A70-A803-9D46-A99E-76FEBEC4795C}"/>
                </a:ext>
              </a:extLst>
            </p:cNvPr>
            <p:cNvSpPr/>
            <p:nvPr/>
          </p:nvSpPr>
          <p:spPr>
            <a:xfrm>
              <a:off x="2996198" y="1819656"/>
              <a:ext cx="351211" cy="2547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030" name="Connector: Elbow 1029">
              <a:extLst>
                <a:ext uri="{FF2B5EF4-FFF2-40B4-BE49-F238E27FC236}">
                  <a16:creationId xmlns:a16="http://schemas.microsoft.com/office/drawing/2014/main" id="{5FAA7ADF-214B-D5FB-6707-AE439A5F53C2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 rot="10800000" flipV="1">
              <a:off x="3017037" y="2227112"/>
              <a:ext cx="152192" cy="1995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Connector: Elbow 1032">
              <a:extLst>
                <a:ext uri="{FF2B5EF4-FFF2-40B4-BE49-F238E27FC236}">
                  <a16:creationId xmlns:a16="http://schemas.microsoft.com/office/drawing/2014/main" id="{515116CE-E2B0-BF14-6A05-B94EDCA8A350}"/>
                </a:ext>
              </a:extLst>
            </p:cNvPr>
            <p:cNvCxnSpPr>
              <a:cxnSpLocks/>
              <a:stCxn id="1028" idx="2"/>
            </p:cNvCxnSpPr>
            <p:nvPr/>
          </p:nvCxnSpPr>
          <p:spPr>
            <a:xfrm rot="10800000" flipV="1">
              <a:off x="2308996" y="1947016"/>
              <a:ext cx="687202" cy="89394"/>
            </a:xfrm>
            <a:prstGeom prst="bentConnector3">
              <a:avLst>
                <a:gd name="adj1" fmla="val 7395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8F92A558-4508-23B8-DC7F-863F4874AC47}"/>
                </a:ext>
              </a:extLst>
            </p:cNvPr>
            <p:cNvSpPr/>
            <p:nvPr/>
          </p:nvSpPr>
          <p:spPr>
            <a:xfrm>
              <a:off x="2436808" y="3921615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c6</a:t>
              </a:r>
            </a:p>
          </p:txBody>
        </p:sp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23EA503A-E361-56F8-FAB8-AF260766A6CC}"/>
                </a:ext>
              </a:extLst>
            </p:cNvPr>
            <p:cNvCxnSpPr>
              <a:stCxn id="30" idx="0"/>
              <a:endCxn id="1035" idx="2"/>
            </p:cNvCxnSpPr>
            <p:nvPr/>
          </p:nvCxnSpPr>
          <p:spPr>
            <a:xfrm flipV="1">
              <a:off x="2724362" y="4146010"/>
              <a:ext cx="5122" cy="5458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BD397CC9-ACEF-FF40-6169-EB01B1A66125}"/>
                </a:ext>
              </a:extLst>
            </p:cNvPr>
            <p:cNvSpPr/>
            <p:nvPr/>
          </p:nvSpPr>
          <p:spPr>
            <a:xfrm>
              <a:off x="1723644" y="3525919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c7</a:t>
              </a:r>
            </a:p>
          </p:txBody>
        </p: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E5A038E9-ADC7-6FF4-BCFC-AF05274FD6A8}"/>
                </a:ext>
              </a:extLst>
            </p:cNvPr>
            <p:cNvCxnSpPr>
              <a:stCxn id="31" idx="0"/>
              <a:endCxn id="1039" idx="2"/>
            </p:cNvCxnSpPr>
            <p:nvPr/>
          </p:nvCxnSpPr>
          <p:spPr>
            <a:xfrm flipV="1">
              <a:off x="2016320" y="3750314"/>
              <a:ext cx="0" cy="5696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0170A285-8A75-9F21-C9A6-0EDC0B8CC253}"/>
                </a:ext>
              </a:extLst>
            </p:cNvPr>
            <p:cNvSpPr/>
            <p:nvPr/>
          </p:nvSpPr>
          <p:spPr>
            <a:xfrm>
              <a:off x="2431684" y="3133427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c8</a:t>
              </a:r>
            </a:p>
          </p:txBody>
        </p:sp>
        <p:cxnSp>
          <p:nvCxnSpPr>
            <p:cNvPr id="1044" name="Straight Arrow Connector 1043">
              <a:extLst>
                <a:ext uri="{FF2B5EF4-FFF2-40B4-BE49-F238E27FC236}">
                  <a16:creationId xmlns:a16="http://schemas.microsoft.com/office/drawing/2014/main" id="{3410BD85-CCA7-F184-5961-0670A4CB6683}"/>
                </a:ext>
              </a:extLst>
            </p:cNvPr>
            <p:cNvCxnSpPr>
              <a:stCxn id="1035" idx="0"/>
              <a:endCxn id="1043" idx="2"/>
            </p:cNvCxnSpPr>
            <p:nvPr/>
          </p:nvCxnSpPr>
          <p:spPr>
            <a:xfrm flipH="1" flipV="1">
              <a:off x="2724360" y="3357822"/>
              <a:ext cx="5124" cy="5637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Connector: Elbow 1044">
              <a:extLst>
                <a:ext uri="{FF2B5EF4-FFF2-40B4-BE49-F238E27FC236}">
                  <a16:creationId xmlns:a16="http://schemas.microsoft.com/office/drawing/2014/main" id="{920BF98D-0239-E6C7-D67E-62E6E88D5465}"/>
                </a:ext>
              </a:extLst>
            </p:cNvPr>
            <p:cNvCxnSpPr>
              <a:stCxn id="1039" idx="0"/>
              <a:endCxn id="1043" idx="1"/>
            </p:cNvCxnSpPr>
            <p:nvPr/>
          </p:nvCxnSpPr>
          <p:spPr>
            <a:xfrm rot="5400000" flipH="1" flipV="1">
              <a:off x="2083855" y="3178090"/>
              <a:ext cx="280294" cy="41536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079C540A-95A2-E4F8-6147-F7934D5730F4}"/>
                </a:ext>
              </a:extLst>
            </p:cNvPr>
            <p:cNvCxnSpPr>
              <a:stCxn id="27" idx="0"/>
              <a:endCxn id="31" idx="2"/>
            </p:cNvCxnSpPr>
            <p:nvPr/>
          </p:nvCxnSpPr>
          <p:spPr>
            <a:xfrm flipV="1">
              <a:off x="2016320" y="4544335"/>
              <a:ext cx="0" cy="8514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8FAA24FB-E7BC-3907-6BE2-37678F0BF9A7}"/>
                </a:ext>
              </a:extLst>
            </p:cNvPr>
            <p:cNvSpPr/>
            <p:nvPr/>
          </p:nvSpPr>
          <p:spPr>
            <a:xfrm>
              <a:off x="2431684" y="2710494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c9</a:t>
              </a:r>
            </a:p>
          </p:txBody>
        </p:sp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AC809CF1-B34D-7038-9966-0E40C1EF8B20}"/>
                </a:ext>
              </a:extLst>
            </p:cNvPr>
            <p:cNvSpPr/>
            <p:nvPr/>
          </p:nvSpPr>
          <p:spPr>
            <a:xfrm>
              <a:off x="2431684" y="2308098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c10</a:t>
              </a:r>
            </a:p>
          </p:txBody>
        </p: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5FC34A5A-9E0A-CA83-D4B4-3006F11565C2}"/>
                </a:ext>
              </a:extLst>
            </p:cNvPr>
            <p:cNvCxnSpPr>
              <a:stCxn id="1043" idx="0"/>
              <a:endCxn id="1048" idx="2"/>
            </p:cNvCxnSpPr>
            <p:nvPr/>
          </p:nvCxnSpPr>
          <p:spPr>
            <a:xfrm flipV="1">
              <a:off x="2724360" y="2934889"/>
              <a:ext cx="0" cy="1985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Arrow Connector 1052">
              <a:extLst>
                <a:ext uri="{FF2B5EF4-FFF2-40B4-BE49-F238E27FC236}">
                  <a16:creationId xmlns:a16="http://schemas.microsoft.com/office/drawing/2014/main" id="{7DDE8276-4CF0-D37C-D3E3-D24632165AAA}"/>
                </a:ext>
              </a:extLst>
            </p:cNvPr>
            <p:cNvCxnSpPr>
              <a:stCxn id="1048" idx="0"/>
              <a:endCxn id="1049" idx="2"/>
            </p:cNvCxnSpPr>
            <p:nvPr/>
          </p:nvCxnSpPr>
          <p:spPr>
            <a:xfrm flipV="1">
              <a:off x="2724360" y="2532493"/>
              <a:ext cx="0" cy="1780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467DCDDD-FBC9-416B-34B1-6C4038CB9E82}"/>
                </a:ext>
              </a:extLst>
            </p:cNvPr>
            <p:cNvSpPr/>
            <p:nvPr/>
          </p:nvSpPr>
          <p:spPr>
            <a:xfrm>
              <a:off x="1723644" y="1922812"/>
              <a:ext cx="585352" cy="2243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c11</a:t>
              </a:r>
            </a:p>
          </p:txBody>
        </p:sp>
        <p:cxnSp>
          <p:nvCxnSpPr>
            <p:cNvPr id="1056" name="Connector: Elbow 1055">
              <a:extLst>
                <a:ext uri="{FF2B5EF4-FFF2-40B4-BE49-F238E27FC236}">
                  <a16:creationId xmlns:a16="http://schemas.microsoft.com/office/drawing/2014/main" id="{F5F3D97E-5149-FD67-3A2B-126B6720DDA1}"/>
                </a:ext>
              </a:extLst>
            </p:cNvPr>
            <p:cNvCxnSpPr>
              <a:stCxn id="1049" idx="0"/>
              <a:endCxn id="1055" idx="3"/>
            </p:cNvCxnSpPr>
            <p:nvPr/>
          </p:nvCxnSpPr>
          <p:spPr>
            <a:xfrm rot="16200000" flipV="1">
              <a:off x="2380134" y="1963872"/>
              <a:ext cx="273088" cy="41536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364DA627-4A59-F037-A4ED-9E533305C8B5}"/>
                </a:ext>
              </a:extLst>
            </p:cNvPr>
            <p:cNvCxnSpPr>
              <a:stCxn id="1039" idx="0"/>
              <a:endCxn id="1055" idx="2"/>
            </p:cNvCxnSpPr>
            <p:nvPr/>
          </p:nvCxnSpPr>
          <p:spPr>
            <a:xfrm flipV="1">
              <a:off x="2016320" y="2147207"/>
              <a:ext cx="0" cy="1378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7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BBDA7034-0CAC-75AD-A096-323C97B95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304" y="4644265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9" name="Rectangle 1088">
            <a:extLst>
              <a:ext uri="{FF2B5EF4-FFF2-40B4-BE49-F238E27FC236}">
                <a16:creationId xmlns:a16="http://schemas.microsoft.com/office/drawing/2014/main" id="{11AED2C1-866C-9BC6-71C3-A45D4FC5611F}"/>
              </a:ext>
            </a:extLst>
          </p:cNvPr>
          <p:cNvSpPr/>
          <p:nvPr/>
        </p:nvSpPr>
        <p:spPr>
          <a:xfrm>
            <a:off x="9805809" y="5272633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4D88A890-7972-F070-CFB8-934510A2439E}"/>
              </a:ext>
            </a:extLst>
          </p:cNvPr>
          <p:cNvSpPr/>
          <p:nvPr/>
        </p:nvSpPr>
        <p:spPr>
          <a:xfrm>
            <a:off x="9805809" y="4876970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240EE75-2AC7-AFB8-3E81-EDA115E02967}"/>
              </a:ext>
            </a:extLst>
          </p:cNvPr>
          <p:cNvSpPr/>
          <p:nvPr/>
        </p:nvSpPr>
        <p:spPr>
          <a:xfrm>
            <a:off x="9805809" y="4477743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092" name="Straight Arrow Connector 1091">
            <a:extLst>
              <a:ext uri="{FF2B5EF4-FFF2-40B4-BE49-F238E27FC236}">
                <a16:creationId xmlns:a16="http://schemas.microsoft.com/office/drawing/2014/main" id="{34C55FA5-4191-E2EC-8DC5-5C720D679D09}"/>
              </a:ext>
            </a:extLst>
          </p:cNvPr>
          <p:cNvCxnSpPr>
            <a:stCxn id="1089" idx="0"/>
            <a:endCxn id="1090" idx="2"/>
          </p:cNvCxnSpPr>
          <p:nvPr/>
        </p:nvCxnSpPr>
        <p:spPr>
          <a:xfrm flipV="1">
            <a:off x="10098485" y="5101365"/>
            <a:ext cx="0" cy="17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Oval 1092">
            <a:extLst>
              <a:ext uri="{FF2B5EF4-FFF2-40B4-BE49-F238E27FC236}">
                <a16:creationId xmlns:a16="http://schemas.microsoft.com/office/drawing/2014/main" id="{03283506-0C92-389F-6846-838DCE38BEB8}"/>
              </a:ext>
            </a:extLst>
          </p:cNvPr>
          <p:cNvSpPr/>
          <p:nvPr/>
        </p:nvSpPr>
        <p:spPr>
          <a:xfrm>
            <a:off x="10706747" y="3415110"/>
            <a:ext cx="351211" cy="25471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83E4DCE0-26D3-9E80-29BC-0CFEC48805BD}"/>
              </a:ext>
            </a:extLst>
          </p:cNvPr>
          <p:cNvCxnSpPr>
            <a:cxnSpLocks/>
            <a:stCxn id="1093" idx="2"/>
          </p:cNvCxnSpPr>
          <p:nvPr/>
        </p:nvCxnSpPr>
        <p:spPr>
          <a:xfrm rot="10800000" flipV="1">
            <a:off x="10391161" y="3542469"/>
            <a:ext cx="315586" cy="2336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2C0EDBDE-5B94-E430-F1F5-0CD8EFA9EA49}"/>
              </a:ext>
            </a:extLst>
          </p:cNvPr>
          <p:cNvCxnSpPr>
            <a:stCxn id="1090" idx="0"/>
            <a:endCxn id="1091" idx="2"/>
          </p:cNvCxnSpPr>
          <p:nvPr/>
        </p:nvCxnSpPr>
        <p:spPr>
          <a:xfrm flipV="1">
            <a:off x="10098485" y="4702138"/>
            <a:ext cx="0" cy="174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9E922DCE-6AAB-C598-FCE8-CEB75201E0E9}"/>
              </a:ext>
            </a:extLst>
          </p:cNvPr>
          <p:cNvSpPr/>
          <p:nvPr/>
        </p:nvSpPr>
        <p:spPr>
          <a:xfrm>
            <a:off x="9805809" y="4068210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097" name="Straight Arrow Connector 1096">
            <a:extLst>
              <a:ext uri="{FF2B5EF4-FFF2-40B4-BE49-F238E27FC236}">
                <a16:creationId xmlns:a16="http://schemas.microsoft.com/office/drawing/2014/main" id="{4FCAA0CB-77A7-CFEB-541C-1AA49875215A}"/>
              </a:ext>
            </a:extLst>
          </p:cNvPr>
          <p:cNvCxnSpPr>
            <a:stCxn id="1091" idx="0"/>
            <a:endCxn id="1096" idx="2"/>
          </p:cNvCxnSpPr>
          <p:nvPr/>
        </p:nvCxnSpPr>
        <p:spPr>
          <a:xfrm flipV="1">
            <a:off x="10098485" y="4292605"/>
            <a:ext cx="0" cy="185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C504C1EA-137B-600D-2FA0-B983870FA701}"/>
              </a:ext>
            </a:extLst>
          </p:cNvPr>
          <p:cNvSpPr/>
          <p:nvPr/>
        </p:nvSpPr>
        <p:spPr>
          <a:xfrm>
            <a:off x="9805809" y="3663809"/>
            <a:ext cx="585352" cy="224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11976B61-0204-44F9-BCE6-3B529AC76B42}"/>
              </a:ext>
            </a:extLst>
          </p:cNvPr>
          <p:cNvCxnSpPr>
            <a:stCxn id="1096" idx="0"/>
            <a:endCxn id="1098" idx="2"/>
          </p:cNvCxnSpPr>
          <p:nvPr/>
        </p:nvCxnSpPr>
        <p:spPr>
          <a:xfrm flipV="1">
            <a:off x="10098485" y="3888204"/>
            <a:ext cx="0" cy="180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2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51AE-413D-09FB-60A0-E8F8418C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81922B43-674D-8618-0140-688F97442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ED25705B-87A1-7E71-4B99-BCBD3DD15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ACD19332-C9D5-74CC-827A-FAF4BA13B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069CD13C-0BBC-4E70-F554-46219A18E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784D55F7-601E-D4E9-2B26-9F9349C7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B81CDB32-E008-CE99-0496-0BE53659A892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606746" cy="84467"/>
          </a:xfrm>
          <a:prstGeom prst="bentConnector3">
            <a:avLst>
              <a:gd name="adj1" fmla="val 667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6D000682-03B2-2FB7-FC95-86B1A93312B2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BA8BDB3A-013A-0118-4AFD-638ED0D248FA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2FAF0A4A-38B7-F3D2-D8D6-828E9B286DDC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4BAD0C92-7682-5A0A-C79F-3FD6CEC9E566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3A2250BA-EEC8-D302-FA03-112853B68EF8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6BA1759C-46A6-3B5E-E65F-35842DCF0E7B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70C9E25F-5BFF-0B49-22DD-DF77C531CFD3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48512C3B-16C9-D0EE-C345-E4B05344B365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284863" cy="808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49707425-044A-DAF5-408E-774BE202CB43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54EBC76D-5C4C-830C-AF09-40A37EEB00B4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14FCFA0E-21D2-9559-EBBA-B02BB3BCE8CB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CE9F6810-242A-9117-F40C-EF70774B3C58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662CA265-1424-C416-1CF7-03E2547735FE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F68D35EB-EFFC-318E-6969-E1ACAA3CCFB2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84C014D1-D98B-EC5C-E4D5-A8005E2811E6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5FB5E01F-1446-2FE0-A7D5-8701E196B583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40C9C064-A51A-1D99-7955-04960204BB34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D1424177-1333-3C17-5964-A876D3F1A2C5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5FED250D-DCBC-4445-B23E-F2E6F506A48F}"/>
              </a:ext>
            </a:extLst>
          </p:cNvPr>
          <p:cNvSpPr/>
          <p:nvPr/>
        </p:nvSpPr>
        <p:spPr>
          <a:xfrm>
            <a:off x="146442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91F8D9B1-C000-D38A-3132-51E20A5CF4CE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651766" cy="95785"/>
          </a:xfrm>
          <a:prstGeom prst="bentConnector3">
            <a:avLst>
              <a:gd name="adj1" fmla="val 733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C4070DB-6BD2-B88A-8344-D96787309C04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9CB8B2-B28F-099F-5475-CB10020A081C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412993-0B27-AD1B-921D-13F27ED49466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488E46-676C-DAC4-54DE-38ABCEA4ED98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15BF5F-98BE-028A-628B-8F893CF5BEB0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1C2313E-B52F-B873-82E7-A6196457152E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5BD183B-0572-FB24-FB8D-29BBDEA26EC8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3D2EE20-91A6-1242-39D2-ED3A0A57F402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73491FA-B1DB-AF7D-287E-6362784CFB51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8CB6269-1683-6562-BBA9-751A7981A680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25D5D401-434D-CD3A-AD06-BF99C2BF00FB}"/>
              </a:ext>
            </a:extLst>
          </p:cNvPr>
          <p:cNvSpPr/>
          <p:nvPr/>
        </p:nvSpPr>
        <p:spPr>
          <a:xfrm>
            <a:off x="242118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7665F83C-9371-DFDF-37AC-80F7736F03BC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588163" cy="52621"/>
          </a:xfrm>
          <a:prstGeom prst="bentConnector3">
            <a:avLst>
              <a:gd name="adj1" fmla="val 690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86E4DA1B-196E-803F-12BE-FB55B918D862}"/>
              </a:ext>
            </a:extLst>
          </p:cNvPr>
          <p:cNvSpPr/>
          <p:nvPr/>
        </p:nvSpPr>
        <p:spPr>
          <a:xfrm>
            <a:off x="271183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18F86026-B486-F73A-C5C1-97BE9D1858BF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315072" cy="625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7C451894-1E7B-92E5-72C1-FB2D15336222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C8F6BC-DB6F-6EA2-35DE-1FB9A2831924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954B041B-369A-7027-3504-5A128F9D147F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FFC1A4C-57E7-FB7F-DC39-097B86236BE8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434D069B-56BD-CFA9-6D65-F45CE07F18E3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77F8998A-3A75-396D-5F76-5F48747EDC8F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15C8C46F-2982-D8EC-65D3-518974A535A1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5E94C33B-3709-46A1-B7FC-2EE6C9A8C558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20DE6515-73B6-59BB-1A18-4EC09EFBACC5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48EEC8D1-1F2A-0420-AD8F-EFD65924F70B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6BA05351-057D-4DB4-0A5C-5BBFF12BFD93}"/>
              </a:ext>
            </a:extLst>
          </p:cNvPr>
          <p:cNvSpPr/>
          <p:nvPr/>
        </p:nvSpPr>
        <p:spPr>
          <a:xfrm>
            <a:off x="807679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93FF3A3A-9011-2459-3AF7-B9E14EBB5766}"/>
              </a:ext>
            </a:extLst>
          </p:cNvPr>
          <p:cNvSpPr/>
          <p:nvPr/>
        </p:nvSpPr>
        <p:spPr>
          <a:xfrm>
            <a:off x="83186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DB70E0-9C67-3896-0001-F73D5F7FA2DA}"/>
              </a:ext>
            </a:extLst>
          </p:cNvPr>
          <p:cNvSpPr/>
          <p:nvPr/>
        </p:nvSpPr>
        <p:spPr>
          <a:xfrm>
            <a:off x="1685671" y="53795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55C40D9-591D-4E30-7197-031D5A697949}"/>
              </a:ext>
            </a:extLst>
          </p:cNvPr>
          <p:cNvCxnSpPr>
            <a:cxnSpLocks/>
            <a:stCxn id="24" idx="2"/>
            <a:endCxn id="1088" idx="3"/>
          </p:cNvCxnSpPr>
          <p:nvPr/>
        </p:nvCxnSpPr>
        <p:spPr>
          <a:xfrm rot="10800000" flipV="1">
            <a:off x="1376405" y="5488579"/>
            <a:ext cx="309267" cy="60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FEDA9E-E518-3BDA-B258-42288476DD61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77783A-1184-A5E7-30CA-F95A15E0EDE5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F05E6-4FD2-E9ED-9566-97862E3A7F35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9291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B795-0CF0-CA26-0F14-9704E5CA8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44349A4B-AF52-B79F-862F-FECB4A875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A84EA4C8-DE1F-8ECB-A93E-5A34E19D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ACA6CAEA-0599-2B73-5C3B-97F55CE94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2BE5F457-372C-6892-232A-8BAA6E15C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044BD5DD-188F-B70B-7896-DC9C1E0EB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4736FC61-5446-BAA9-0898-C40A5981BF1D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606746" cy="84467"/>
          </a:xfrm>
          <a:prstGeom prst="bentConnector3">
            <a:avLst>
              <a:gd name="adj1" fmla="val 667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8DDA7187-191E-9C48-7BFF-91C46A441555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68CB02AF-D6CF-F2C6-5768-CDD86D6700C8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783E2BC5-9861-9905-D50D-980841475B31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18AFDDB4-5BE1-6C25-9C76-5818D635C7C7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5BAF3C27-982E-E206-CA87-B6657980ADF2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4DCB2A80-34F4-AFAB-116C-8824A91E9055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9840CD6F-817A-BE07-7447-EE54EF06F2DC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72F4F10B-F3B5-0274-831F-0F8F3FC43417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284863" cy="808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E43ED24A-7A1C-83EB-FE0C-0DA52D95F612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FF754D3F-7F7C-92E3-305D-AC5CC691BE4F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EF298048-AAA8-FDB4-4F82-DB503DD0BF03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8FED9A46-EB9F-4B8D-35EB-4B4AC8F3F368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F55760F2-D5D4-F445-1FDD-89D36043DDD1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F1135EED-ACE2-AD9D-486C-0FEE902261AE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7D08F455-3B31-79A3-38A1-A07E2A154FA7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C2759A80-5B99-0E74-E711-51D6106B3AE7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9AFF6C2E-D68B-5762-F54E-C50BB8F4B037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03A6E94D-ECBC-7747-4B6C-A9861A9DEF61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3A75DD5E-D991-4053-2F12-874D1B1B2906}"/>
              </a:ext>
            </a:extLst>
          </p:cNvPr>
          <p:cNvSpPr/>
          <p:nvPr/>
        </p:nvSpPr>
        <p:spPr>
          <a:xfrm>
            <a:off x="146442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B85F0C2E-9B7B-7CA3-1104-BB87E799AEA0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651766" cy="95785"/>
          </a:xfrm>
          <a:prstGeom prst="bentConnector3">
            <a:avLst>
              <a:gd name="adj1" fmla="val 733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0734A-29C8-881A-2417-C993C5804152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2032D-957F-1520-D08D-07C3F9372C72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EE0D74-2F2A-2A77-FD9D-5B75BEE9B001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570ABA-CC2C-DD23-A114-8331955FAD05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73957D-6530-CEB0-60F8-E4339A35921C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82F1F0-F59D-DA08-456E-CE1779C1194E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8F36D4F-2761-02C1-0FDF-51FB5DE4514C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D6CDBF-CA71-7B9F-C384-9FE48017FA0F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EDAE1F9-4653-9543-5CD8-950D42E3AAA1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CCD6A53-D2F5-78BE-1245-3E63CD4527B6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7492E83F-DCC7-E4FC-904C-5D7871B2251F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B1BE4921-29DD-5B67-6C71-1B77343FEF5F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4F3359E0-34D6-D48F-EEF2-77BF0F8A5F32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70CE55AF-506B-1F8B-0489-1D05C14816AA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0FB59FF4-A7A5-1F5E-570B-BA9522A9C9AA}"/>
              </a:ext>
            </a:extLst>
          </p:cNvPr>
          <p:cNvSpPr/>
          <p:nvPr/>
        </p:nvSpPr>
        <p:spPr>
          <a:xfrm>
            <a:off x="303695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CF62F90F-250C-33CD-3A2B-40DDD82B4D49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55B85B38-C0E5-2607-C88D-FEC78A70392A}"/>
              </a:ext>
            </a:extLst>
          </p:cNvPr>
          <p:cNvSpPr/>
          <p:nvPr/>
        </p:nvSpPr>
        <p:spPr>
          <a:xfrm>
            <a:off x="3190008" y="19920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C26D0A0E-785C-AE2E-19DC-F5B136D609AF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21010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7FD7ECF3-3BCE-B71F-CF78-E0234950170A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950C109-DEC8-69D2-E2D8-6C1910EF8BAD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E00D8116-71BB-8D53-5E0F-70E824F626D9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6D1C110-E65B-3E98-C1B3-DCA3D6465363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E95B97CD-6D8A-F9BF-5F7A-47BA229E8765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78C2D951-DDC2-D199-910A-B58B4959AA6F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5727AE49-760E-F7AB-B289-8874BEB5A157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E794CD25-4303-CF8C-DA69-90041A627432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28BD72F4-3932-19EE-B725-2C1122D440A8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40F8AB37-B587-5E37-ABF4-586295D81974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6F981EDF-C41A-E3FC-B236-78F6C194D788}"/>
              </a:ext>
            </a:extLst>
          </p:cNvPr>
          <p:cNvSpPr/>
          <p:nvPr/>
        </p:nvSpPr>
        <p:spPr>
          <a:xfrm>
            <a:off x="807679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A90CA099-635D-F67D-ED8A-D4090777E32E}"/>
              </a:ext>
            </a:extLst>
          </p:cNvPr>
          <p:cNvSpPr/>
          <p:nvPr/>
        </p:nvSpPr>
        <p:spPr>
          <a:xfrm>
            <a:off x="83186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6F6B90-1CA7-4233-E316-37EE100290CB}"/>
              </a:ext>
            </a:extLst>
          </p:cNvPr>
          <p:cNvSpPr/>
          <p:nvPr/>
        </p:nvSpPr>
        <p:spPr>
          <a:xfrm>
            <a:off x="1685671" y="53795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C669221-567F-280D-3575-B2F990A9255A}"/>
              </a:ext>
            </a:extLst>
          </p:cNvPr>
          <p:cNvCxnSpPr>
            <a:cxnSpLocks/>
            <a:stCxn id="24" idx="2"/>
            <a:endCxn id="1088" idx="3"/>
          </p:cNvCxnSpPr>
          <p:nvPr/>
        </p:nvCxnSpPr>
        <p:spPr>
          <a:xfrm rot="10800000" flipV="1">
            <a:off x="1376405" y="5488579"/>
            <a:ext cx="309267" cy="60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60BA238-4926-002C-2245-2A1CFD0701FD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837C8-264D-F2D4-BAFA-FA2D0DC26C9A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26968-78D6-4B8E-5832-66B752D82F23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661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710F-E59E-FD26-8AC4-86CF74A6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846CB400-2076-173C-13BD-1A9C8C8BC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3441048-9DF8-E8B9-D805-DEE51D9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9C04FB27-8B6E-045D-6869-ADB0C7602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8CC95AA5-68A6-63D2-888D-F71B301EA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191C6AE9-5C5D-6768-C57B-202DD7B50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DDF2BB0A-D20C-C63B-C940-D17C92A3A476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606746" cy="84467"/>
          </a:xfrm>
          <a:prstGeom prst="bentConnector3">
            <a:avLst>
              <a:gd name="adj1" fmla="val 667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1354BD89-FF41-BB36-E311-D7788FD5D43A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F193F6CF-826B-E80B-9F3B-3D1DF17192C7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4AC3AED8-198F-7A90-27AE-E927CC78E5B6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88BC101E-CDC3-3E85-F354-88767BE3D5B0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EFEC42B6-89D0-CB53-94D0-66BBE3E173D8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8D3EFE09-E5A9-EC5D-EAE4-C459F218C7C4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90BE7118-914A-9033-8239-99C4520EB8CD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E99140B6-5DB5-861A-4BD3-AC0662292197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284863" cy="808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87EA962B-C8A3-BE59-5FE5-61F9A108560F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6CC87EEB-6B90-9E3A-F7EB-4A7919B31455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0BA4870-531E-E183-C8C8-04E9CF1FD7F0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8C409FB4-E5E0-FF72-BAE3-2FFE961375B2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3304263E-6FA8-E560-7027-5BC185DB426D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66108EAF-146F-4EA4-AB1E-68A234B62026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F7CA214B-F915-6A68-1744-87EBE98533EF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D744F1D1-B401-339E-F03F-49ABB8B976F7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5BFEE23E-C5BC-66F8-E981-549DABBDDC57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DB383CE1-9C07-4F81-0EE4-57F5BC7C6EE5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357E18C-FB8F-98A7-E9CD-D7698B6920C4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7C6AE501-FB64-8AE3-BCAE-2E50E959D269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6B7E3DBC-E037-C8C2-6637-35693B14ADA0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A48FFA15-F5C7-0A94-B5FC-8B5C2E9CCE17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116E2C61-51F7-2BBF-F0C9-2C81B7283FE4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3A7219AB-414F-DF5F-94D4-F4333A90D8FC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F92A2A5-C64A-5304-D783-A744DEC27941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6AC427-6441-8A16-A036-B52FFC7AA81A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89503B-4B4B-9166-1F15-C8F94DB16EA5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6B688D-7850-1907-C94A-F2A16AC44CE7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94CE18-3421-0ACB-933C-AC0103EB3B93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BCE788E-5832-A905-5FB1-B1CD69BC7703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CA0EFBC-0AE2-2777-C50B-1B23128E51ED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8C2E29-7F4B-8F54-8FDC-B66D8462F430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C216FCA-9500-BBAB-2AD1-CA58214218DD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597FEA-C122-7AB8-3695-A162813EBB8E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74EBC3CE-B553-57FB-26B1-D36557CCD45E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C6B430D1-FC8C-F2AE-4DD9-3DD2316EABE9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84F13BE7-A64C-5C31-B72F-5B2A21E26142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F5572C25-1A40-EABC-4A00-3E8135FC8DFF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8B07D1BF-5CC6-5839-5263-F6B1A4701823}"/>
              </a:ext>
            </a:extLst>
          </p:cNvPr>
          <p:cNvSpPr/>
          <p:nvPr/>
        </p:nvSpPr>
        <p:spPr>
          <a:xfrm>
            <a:off x="303695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0338C5FE-9E50-A864-A08A-77E3C7B8A629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9EDB9FCC-96AA-0C6D-DDB2-A642D535E47E}"/>
              </a:ext>
            </a:extLst>
          </p:cNvPr>
          <p:cNvSpPr/>
          <p:nvPr/>
        </p:nvSpPr>
        <p:spPr>
          <a:xfrm>
            <a:off x="3190008" y="19920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94462731-B5D0-C348-5E40-CF0C629ECC15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21010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D3977541-FF72-7D4B-DE12-DD05A05AE0D0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13771AF3-EB7E-F53C-D5B8-8215F4A48C3F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11F0AA8A-8AA7-2996-E6C1-1EE5D8A148D1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39DE1E7-7302-EE79-E67F-E58FF3451A57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A1FC704C-7292-61EF-092D-580166FFB92E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6AA0121B-7714-E2C5-9DE2-0F421593312D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5937E197-3380-7C7E-8953-9F1F982734C1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4F85F91C-EC15-34F0-1C62-C6765623EC66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D0FB0BD5-D3BC-FE22-C491-800CBBF63023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406A75A0-42CC-A98D-F699-1DEBF51F6D48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789D3A65-128D-27E9-FA24-7B888F326190}"/>
              </a:ext>
            </a:extLst>
          </p:cNvPr>
          <p:cNvSpPr/>
          <p:nvPr/>
        </p:nvSpPr>
        <p:spPr>
          <a:xfrm>
            <a:off x="807679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558863B6-D091-676A-5A33-EA7FBA45F1A9}"/>
              </a:ext>
            </a:extLst>
          </p:cNvPr>
          <p:cNvSpPr/>
          <p:nvPr/>
        </p:nvSpPr>
        <p:spPr>
          <a:xfrm>
            <a:off x="83186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29F5AB2-170C-9C0D-68F7-92D9493CF4F2}"/>
              </a:ext>
            </a:extLst>
          </p:cNvPr>
          <p:cNvSpPr/>
          <p:nvPr/>
        </p:nvSpPr>
        <p:spPr>
          <a:xfrm>
            <a:off x="2020951" y="53795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816759D-B579-D452-3A73-2EBD76C356E2}"/>
              </a:ext>
            </a:extLst>
          </p:cNvPr>
          <p:cNvCxnSpPr>
            <a:cxnSpLocks/>
            <a:stCxn id="24" idx="2"/>
          </p:cNvCxnSpPr>
          <p:nvPr/>
        </p:nvCxnSpPr>
        <p:spPr>
          <a:xfrm rot="10800000" flipV="1">
            <a:off x="1380759" y="548857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71BA452-0FD9-ACBA-575F-9545FBBA9453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F71AF-8F53-CD24-CD70-BA15DD11EA23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841A7-01AC-DB62-1067-8C658AE9087C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033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431F-EDD4-AF98-B645-1BE03DA6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A00697FA-7017-8544-94E5-8E1A1ED10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4CC0EF27-6B07-AB5E-FC89-84B7CC43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4FEE88EB-C5CE-E2D1-931E-898357DA4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8DDECEF-236E-ED75-965E-23FBB56CE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DD327774-8439-C894-9EE2-9D9A3868A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7D46BAF1-B90B-0931-09E6-E085C945ECA8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606746" cy="84467"/>
          </a:xfrm>
          <a:prstGeom prst="bentConnector3">
            <a:avLst>
              <a:gd name="adj1" fmla="val 667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57749E5D-40C8-1F37-67BF-DA5CBB4330E4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44AC0863-5617-7063-AD49-84FBBA92C0C9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51D9A8F2-8EC2-CCEB-0DC4-F4D7BDD0F3C4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698E61CB-1CD7-3493-BD8C-3711E7BC8124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6DEECA84-783E-44DF-3E27-13A0317CF170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BDA37261-D201-4885-6F47-D6F2CA24A54D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D7D6F2E2-FA7E-C92F-0AC6-CFAAA19166BA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4BC225A2-A1DB-3693-9A76-2820704CBEBA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284863" cy="808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602C9C5-3F9B-688F-A467-72A924AF9548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CD8FC3FD-61D6-0BC1-0CBF-5F452703CE6B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AE2AE740-B5CD-D336-9E7E-E93C6DC6882A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3BA7C5A2-6496-BB07-F78F-1D217E8B8BC6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4AEF3F4E-FAA5-1548-A3F6-F133BD077258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7733758C-7D04-8979-2AAD-6C1D22380267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DE71A193-6FD6-10AD-6E45-89AC65D86A74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BA251C61-BB2D-6147-1B5F-FBD7E1FD1ABE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F9354476-F2AE-6304-173A-8B7FA93BD2B4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414029CD-B176-1646-1E25-E3A5C4196AE4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23BAEB8D-BEAE-9784-BFF5-6639DAE70FB4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E032CCBB-11DE-96BB-8B92-D6B5BACC6851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5D416C84-DD0D-3B08-57EC-FE5F29DE6BB4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29FDCC0F-8A59-17B3-415E-5DF483F51328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03A42A2B-9D5E-7366-BD91-F31DA963CE24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BA8F14F4-BF51-6E1E-9272-BAA142F3D479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C733A35-3D4B-4C97-33C1-997D5C5D3EC4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805B85-374C-5300-B70A-AEA80F2BADD3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1D140B-E541-E6B4-9339-C0D52EBB51F1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1A5FC4-307F-BA25-8270-CDBA7B276072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F163E7-564C-BAC4-714F-E54017B00001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807701-3AE4-629F-076E-96C0FEEE0726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CA49276-1685-4B61-CF30-C28984581AD2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911B0A-0878-0D08-5B04-5D1EB17698D7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F5A9ECC-923E-33C4-723D-B75B524A4F88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429354-7F69-859A-1BDA-6BEC0BEA050F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8DA0CF15-3615-E15F-14F9-A81412302B7F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0513A4AF-5861-D1FB-025D-1D1F102C34BC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14EAD45-EBA3-0FFF-9ED2-040366AD4DF2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8F67E1F2-5BBA-0251-C920-FC144BB4D1A2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0BBCF40D-9BBB-D920-8506-A89B5D4E25A8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11AD7BB6-3C5B-6EED-7E89-6C6C25C309FC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6F55D9DB-B8C7-1863-CDA6-2281489191ED}"/>
              </a:ext>
            </a:extLst>
          </p:cNvPr>
          <p:cNvSpPr/>
          <p:nvPr/>
        </p:nvSpPr>
        <p:spPr>
          <a:xfrm>
            <a:off x="303695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A2B7EE5A-B2C7-9D64-DF90-125ADDEC6212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691BE9B5-0100-34CF-36A9-2EA44A59F90A}"/>
              </a:ext>
            </a:extLst>
          </p:cNvPr>
          <p:cNvSpPr/>
          <p:nvPr/>
        </p:nvSpPr>
        <p:spPr>
          <a:xfrm>
            <a:off x="3190008" y="16872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F697E016-A208-4227-511F-04D58E699D82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17962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86629E2E-4478-2E1E-37D5-63FB77DD8ACE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C7EEF0A3-C570-D114-1A19-B633BA3C8D65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F94442A7-40C2-17FC-C4AE-C79206E5CC88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3EF84A3-058D-B23A-E25B-93D353F7741F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07FE87F-590F-2E83-297D-98AAF730D7A3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79280EA3-AB1F-7B9C-93A3-BD83A8265EE0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2DF3036E-7F26-799B-CDBD-021CCDA9D2D2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C6EBC5CC-359F-3831-DC5B-1BC8A3389EEF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D90C3089-7869-95E7-EC8F-65CFAC542780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DB32128A-A225-9CE8-93B3-FDC266253A6A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A8E2A72C-88E2-4E9A-5D48-8AE8ABAA0577}"/>
              </a:ext>
            </a:extLst>
          </p:cNvPr>
          <p:cNvSpPr/>
          <p:nvPr/>
        </p:nvSpPr>
        <p:spPr>
          <a:xfrm>
            <a:off x="807679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FBC8396C-6A19-67F5-3DE4-7F81BCC7CF76}"/>
              </a:ext>
            </a:extLst>
          </p:cNvPr>
          <p:cNvSpPr/>
          <p:nvPr/>
        </p:nvSpPr>
        <p:spPr>
          <a:xfrm>
            <a:off x="83186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31008A-09E6-047E-4A6A-168D050BB312}"/>
              </a:ext>
            </a:extLst>
          </p:cNvPr>
          <p:cNvSpPr/>
          <p:nvPr/>
        </p:nvSpPr>
        <p:spPr>
          <a:xfrm>
            <a:off x="2020951" y="53795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307C7D0-F28F-BB2A-744D-D3E19A375CC1}"/>
              </a:ext>
            </a:extLst>
          </p:cNvPr>
          <p:cNvCxnSpPr>
            <a:cxnSpLocks/>
            <a:stCxn id="24" idx="2"/>
          </p:cNvCxnSpPr>
          <p:nvPr/>
        </p:nvCxnSpPr>
        <p:spPr>
          <a:xfrm rot="10800000" flipV="1">
            <a:off x="1380759" y="548857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9DF7636-C931-7AD2-AD15-5491A525D791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C2382-5AD0-80DE-C21D-281AFFFA9969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64910-F6C7-9F28-9887-2124566DF73E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0563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F738-F461-690E-FF0A-26BFE0A2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5DC8391A-6A93-8F9B-B150-3588E2878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E4FA887B-F22B-249A-C33F-8EB981892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70335D5B-9F40-7444-391D-179758596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2E19DF0D-F854-EAFA-FF13-2724F0AE8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68119F92-5F84-C0F1-A196-1CEDE9627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E2DBACDA-EE5D-D49F-DB23-764FAE95973A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272811FC-3318-1BE3-2451-D002F4C3F492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30323E25-AE60-109C-4804-CD1C73B90B56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380B21D4-20FC-0D90-755C-D2ADCD06C293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DFAE0D28-F460-D738-E079-FEECFA056988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610870E7-60E1-6AB5-2BAB-1E731DD91225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1D7369FC-14C0-1F16-EEA6-518A19977C6E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795BFB98-F740-A1D1-D3B9-23A9640F47C7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D56757C1-23E3-74B8-A874-0BBEB6041100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31FD2606-3D87-FE85-C87A-6C8FA8742298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03274A2A-651C-9C61-922F-6C711BFD1DA4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ED39E826-B098-46A5-1F4D-9A017BE920D7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5485E44-01C9-C9FA-AC62-05F82357A0B0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E805FE6A-CF26-41CC-98B1-52D2B9A5DC15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158BB296-1AA3-5DAA-5648-2E6BA8AB737C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FB0B4962-CFB6-37D9-A250-C8C8D79F9D00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8B6A4286-FCA3-CC99-F92E-94411BFAF268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94A365B2-C88A-6C20-505A-BBB471A92DB5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5D327AF4-9095-7BAB-8EA3-9BDF92A528DF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040DC232-BD14-18FC-E474-166CB45B300E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891D565E-9AFD-FE7C-E9BC-0937D989CC8B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51275F62-EFA5-97C0-23CB-DA5AE9DBDFEB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8C8E7741-E447-8872-43AF-C5D09F7510A4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ACB17F8B-234B-396C-C8F4-9E8BA22ACFDD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8608D39B-46B7-413E-0210-02FFAEE78608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B4B2B87-2771-A738-E6F4-699A0C3423A8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05C018-E375-10E0-9178-B806B7BBDCB9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8A0D57-4273-5717-E205-2695DA3C9C01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416084-0110-6C6E-3057-27AEE3F7906D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E0590D-1266-38F7-3E1C-3DDB9B2ECEA7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E931F87-4721-00CA-90DF-E2A6E5C37B71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983B692-1E95-23F5-0FF5-A5E8B163BC8F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083DE4D-C699-4193-5CF3-7129EF039AC6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C3D6039-EC97-AD6E-0608-745CADE4A74D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ED93937-B583-690D-FC3B-35DAA7E00FB4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9B26D874-9733-483B-719E-CF33E7ED4EFC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FA92E19B-D6E0-9A5B-124D-08066BE65C4B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0A900C79-E8E8-9C51-2240-71A15E153E22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9F8EF2F6-45C9-81A0-7E2D-0319BFCF6C60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F7F5A97B-C65D-BF53-A5ED-F79944055C81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8356D58B-D5A1-BB09-A69A-172F36C779DA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442F172D-B859-4029-94AC-72E6EAC0A000}"/>
              </a:ext>
            </a:extLst>
          </p:cNvPr>
          <p:cNvSpPr/>
          <p:nvPr/>
        </p:nvSpPr>
        <p:spPr>
          <a:xfrm>
            <a:off x="303695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37438B5B-83D1-BAAF-31B0-4BE47F4A5410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9F335610-3046-FF32-A504-8719A101B899}"/>
              </a:ext>
            </a:extLst>
          </p:cNvPr>
          <p:cNvSpPr/>
          <p:nvPr/>
        </p:nvSpPr>
        <p:spPr>
          <a:xfrm>
            <a:off x="3190008" y="16872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69704243-F011-38BB-A757-15368C6B430C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17962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AB36877-32DA-DE6E-EB7B-CA8CC3AEAAC0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86D3F51D-D9C4-CF51-4457-1B5D915D10A9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0037A8AD-05CC-0647-298B-680EBCE7FA6A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FCBBD886-52E7-35C7-B642-227DBFBA4888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4C60F90B-039E-7075-12EF-010F87C5AE36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ECC645E5-6BFB-F5C1-D377-BFEE8B23DBC4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0738D171-1139-E4DC-6488-0E6A5E839104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C1424E30-158E-14D7-7F98-5C718486CBE1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8631B533-3652-4792-550A-AF856296FAF2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9B777167-EE66-5982-4C85-94A2FE1E7D2D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258EB529-4EA5-5CB7-2A29-BD2B8BDE9F5F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765701D6-5AFF-5FF4-C8AF-5261946D5715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13BC445B-7366-B127-A1DF-5016FC9306FF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541550FB-38B7-18EC-9551-DB327495566B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57CAFF94-E633-7F95-F60C-5D4E9DF881D6}"/>
              </a:ext>
            </a:extLst>
          </p:cNvPr>
          <p:cNvSpPr/>
          <p:nvPr/>
        </p:nvSpPr>
        <p:spPr>
          <a:xfrm>
            <a:off x="8861082" y="20859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E16DC9BD-89F3-EF89-7220-1425D25C15EB}"/>
              </a:ext>
            </a:extLst>
          </p:cNvPr>
          <p:cNvCxnSpPr>
            <a:cxnSpLocks/>
            <a:stCxn id="1289" idx="2"/>
          </p:cNvCxnSpPr>
          <p:nvPr/>
        </p:nvCxnSpPr>
        <p:spPr>
          <a:xfrm rot="10800000">
            <a:off x="8582828" y="215011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1CED44D-9987-9436-BB10-8463ABF2C736}"/>
              </a:ext>
            </a:extLst>
          </p:cNvPr>
          <p:cNvSpPr/>
          <p:nvPr/>
        </p:nvSpPr>
        <p:spPr>
          <a:xfrm>
            <a:off x="2020951" y="53795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5E72EE8-68F5-EF86-0E97-85E3284FB18E}"/>
              </a:ext>
            </a:extLst>
          </p:cNvPr>
          <p:cNvCxnSpPr>
            <a:cxnSpLocks/>
            <a:stCxn id="24" idx="2"/>
          </p:cNvCxnSpPr>
          <p:nvPr/>
        </p:nvCxnSpPr>
        <p:spPr>
          <a:xfrm rot="10800000" flipV="1">
            <a:off x="1380759" y="548857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998919-B52E-6E78-7E8C-DE95D78407EC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665A4-FC88-F04C-15B9-BDDB580B8BB8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06C08-80B3-B6E7-B4ED-B12450A92894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063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5296-C57E-8C0A-E687-DBB8264E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FA1DD014-FB84-92B8-A411-20D74A947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0098B05-3765-27E2-519C-7A49F85AA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7BBEFAAD-54C0-7DF5-D544-8ED3A4DA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E0240D8-64DA-60A7-97E3-7C49508F9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7DA1AB68-2BC4-829D-5D0F-395B9AFE0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1B95062E-674B-53DA-AA55-ADC8BD85A4C0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F37A3FC0-DF4C-D3B7-36EB-F35CD67D57CD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578776B5-7CBF-9724-86D4-5FD1168A41E0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541BCD64-C581-538A-5CEB-71E68899AC72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9B8E8860-8621-4514-BA90-218676DA4278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C5E84D34-AA09-64CE-493B-0D3D504EA3FA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B8262E8E-4345-2109-84B6-042EFCE78250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D8D1A939-3335-223B-A3D9-A2FE2E7A00BA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2391897B-23C0-E32B-A910-E7A6A360D6FD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80A6F04-45DD-51C9-4CD3-A35B50751B9D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DBCE711D-DE71-8D23-D6DC-FBE08FF744B4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063E9BD4-ABD6-F2C5-5A32-7998B7C2F5EB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8E08226C-6399-B864-8B38-21B6CDCD048A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FB63C3E2-A281-A3F6-7069-FC424C1708A1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D0CFB366-7A5E-1E75-0F5F-D5BF427D1C7D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EAE17229-75F9-0AB5-D587-5F871E46A3F2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0B34F2EF-992E-5685-E828-5A75633C72FF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14C963E5-2DD4-07BD-432D-8D685ABF3A5D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26F5C1C2-C63C-526F-84AF-2D4755F8963C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D3F2F34B-3CB4-D2E3-9D39-BC0EDB81EB56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777D0E7E-AB52-BE86-57C2-E82C1251CC3C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D9C2FE9D-ACE6-EC6E-0099-CAB6610EFCB9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6D9EB74F-1C81-323F-2309-D70AFF3462C9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87C0A9A5-6A86-69B6-5FA7-DC69B175F05A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85DFA577-DD82-C16A-F78C-DC6384ADBC71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D2313736-B532-09E7-5387-7AFA988EDA84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1" name="Oval 1270">
            <a:extLst>
              <a:ext uri="{FF2B5EF4-FFF2-40B4-BE49-F238E27FC236}">
                <a16:creationId xmlns:a16="http://schemas.microsoft.com/office/drawing/2014/main" id="{0B3E0B19-389D-CF37-FC2D-F99D39378513}"/>
              </a:ext>
            </a:extLst>
          </p:cNvPr>
          <p:cNvSpPr/>
          <p:nvPr/>
        </p:nvSpPr>
        <p:spPr>
          <a:xfrm>
            <a:off x="1814949" y="450153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76" name="Connector: Elbow 1275">
            <a:extLst>
              <a:ext uri="{FF2B5EF4-FFF2-40B4-BE49-F238E27FC236}">
                <a16:creationId xmlns:a16="http://schemas.microsoft.com/office/drawing/2014/main" id="{3AF669F3-384D-AF16-8887-08AA287C7BC5}"/>
              </a:ext>
            </a:extLst>
          </p:cNvPr>
          <p:cNvCxnSpPr>
            <a:cxnSpLocks/>
            <a:stCxn id="1271" idx="2"/>
          </p:cNvCxnSpPr>
          <p:nvPr/>
        </p:nvCxnSpPr>
        <p:spPr>
          <a:xfrm rot="10800000" flipV="1">
            <a:off x="1376405" y="461060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FAD77D5D-1F54-A51A-01A1-CCB15B1E6DD4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F1252093-822F-A827-2F79-A976E97CD8A6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4376968-B0BC-A0F2-1384-85718650CDC3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CDE796-665A-BA55-1C01-E57AF64BF044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136C9A-76D5-6A98-73F2-924AA3CB9F88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8609C7-1F5A-F8D8-08AA-BF296B8B259E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39945D-00E6-2C61-AE88-AF0708CDEC68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ECB094-6E1C-15A2-8189-7815970E4BE6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E774351-7907-F570-1C26-2A0AEE5AFE90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BB8DF5-56B5-5DA1-1EE1-8876B79C690F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D13DA3D-A8B9-63A1-105D-8D082257E81C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3875367-4E3E-0D4C-6E2E-CCEA90DA988D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0DD767BF-E5B3-9B7F-17CA-AF5875F63904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07328528-2482-D9DC-2B53-1602F662C254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BD08318E-792F-E7B7-9933-F87C4EAE289E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736AC8F0-5A61-2FE2-125C-394749D3355D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0C7CFCF1-C7FB-84C4-03DD-E47E923EE048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7FEF3523-D383-FC0D-28AC-1EE8A56E0ABE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AEADC25C-1F6A-0F02-19D3-03FE9D5B5767}"/>
              </a:ext>
            </a:extLst>
          </p:cNvPr>
          <p:cNvSpPr/>
          <p:nvPr/>
        </p:nvSpPr>
        <p:spPr>
          <a:xfrm>
            <a:off x="303695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001E6C86-024B-B3F3-9075-D2A9A7BEEA07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86F61DF3-4AD8-AD49-2674-39F6303BC857}"/>
              </a:ext>
            </a:extLst>
          </p:cNvPr>
          <p:cNvSpPr/>
          <p:nvPr/>
        </p:nvSpPr>
        <p:spPr>
          <a:xfrm>
            <a:off x="3190008" y="16872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5E14A441-7872-9579-F459-3C2B154113E0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17962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7BE4F78D-779E-B690-29EC-61E11DE00BFF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DB6D783C-94AE-CC1C-F060-7ADCCE01FDA3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152B124A-8B5B-4A8F-0FA4-E5DB8829D585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CE74CAC3-DCA0-C7AF-147C-43160BBB518D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0853BC6-ECA2-E181-A6A5-B6A937AF102C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58DD0C53-BAA0-B198-27B7-A3C4BB8F734A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094E2401-0C65-E6A2-9467-B698E03B6F5B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D3E0FD7D-7FA1-EF98-433E-3B0ECAD5F984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82F651D6-8246-9848-F737-9D70CEA455A3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144AA931-08B7-5C47-9A02-AB62FE0544E1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F17571A3-665A-E85D-636B-18284D25BD0D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231DC540-F625-E170-9EB4-B33C52A07D2B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B77A426C-939A-AFF1-D309-17727C4D7F2D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E05557D8-1454-71E7-1AAE-EC5CC241CC75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7613065C-C4D7-C219-E24B-8FCA8A217C1B}"/>
              </a:ext>
            </a:extLst>
          </p:cNvPr>
          <p:cNvSpPr/>
          <p:nvPr/>
        </p:nvSpPr>
        <p:spPr>
          <a:xfrm>
            <a:off x="8861082" y="20859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3B87CD00-BF66-B649-FD40-1CD4BC36020E}"/>
              </a:ext>
            </a:extLst>
          </p:cNvPr>
          <p:cNvCxnSpPr>
            <a:cxnSpLocks/>
            <a:stCxn id="1289" idx="2"/>
          </p:cNvCxnSpPr>
          <p:nvPr/>
        </p:nvCxnSpPr>
        <p:spPr>
          <a:xfrm rot="10800000">
            <a:off x="8582828" y="215011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D1147F5-D235-B69C-4825-95B45F69343F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FED29-250F-FDFC-8400-3D5D754BB27F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B8509-95F0-EA57-B6D4-CE981FA5A5FD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6108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2EB8E-8F7C-0382-3B6F-25949EDA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AD8FCEB3-2B20-E3F5-5810-E00B2F77D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37B2D2A7-9F5F-565F-F4D8-FD77AFB2A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82B035C2-6658-83E8-8103-888F7A059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857318D-952A-7820-48E3-B27D2FF53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4048E9CB-1F47-844C-92E5-B0386E0FE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FD3F76F2-AA4B-AD73-17FD-13922187E73B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3CAACFC9-4E66-020A-4B96-842FF2592528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5E576876-4CAA-D1B4-018D-65A35BC8D5FC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A98052B1-1DF2-AA0F-6157-981158A1934B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24C2A673-2694-BC72-4BA3-F775BA6A71FD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206C7EB3-3189-DFD8-5437-80DEE262CB08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3A4650BC-57C4-C26B-90D1-A5D0563AC44E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9000B61E-8713-668F-71C9-7CAB97993F80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E0541DF4-0CF4-DEC7-0000-4267553AAB6E}"/>
              </a:ext>
            </a:extLst>
          </p:cNvPr>
          <p:cNvCxnSpPr>
            <a:cxnSpLocks/>
            <a:stCxn id="1273" idx="2"/>
            <a:endCxn id="1125" idx="3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751D2334-515F-6A15-9E8A-F856389F870F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65809D1-4D1B-85DF-F602-184F25F29B74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27D65DA8-0296-4AB8-F278-253323A317E0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7A860B0D-13B2-450F-1D27-F2C3B2215E5C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238E3F4A-F9E0-04E9-46EB-D1C3469E0C6C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D32ABB95-5A6E-FA01-385B-67E1D195E0A0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68E20EC8-CA56-9AB6-D6D8-E33BB62A51E7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2AC656BB-575C-11C3-9748-47DB1F0070D4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BEF558B3-BA16-156B-6F4E-E627F67F098B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C8E7DD13-1478-413A-7E42-4A873E6972BB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66671217-018C-458A-D620-13422C3986BB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6AC9B310-B4A1-D9BA-9A29-F5C57A09AFF5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D7B044A7-A98D-71D3-478C-3B03A895D657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2B85E0AC-4284-9206-8C2D-EB35F05DDE90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0B7289E0-3A02-51E9-5877-B860F9D4A5AC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3EF219E1-9EA7-B54E-08E9-D50A52625201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93D7EDF7-6F39-DA8B-DC93-8B5576A27E70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1" name="Oval 1270">
            <a:extLst>
              <a:ext uri="{FF2B5EF4-FFF2-40B4-BE49-F238E27FC236}">
                <a16:creationId xmlns:a16="http://schemas.microsoft.com/office/drawing/2014/main" id="{70F474E3-7690-5914-48ED-773134B07726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76" name="Connector: Elbow 1275">
            <a:extLst>
              <a:ext uri="{FF2B5EF4-FFF2-40B4-BE49-F238E27FC236}">
                <a16:creationId xmlns:a16="http://schemas.microsoft.com/office/drawing/2014/main" id="{8E1E6F61-4CBA-61E2-CFE2-F70FF90B0E4D}"/>
              </a:ext>
            </a:extLst>
          </p:cNvPr>
          <p:cNvCxnSpPr>
            <a:cxnSpLocks/>
            <a:stCxn id="1271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84083C5A-7B93-41D2-496D-EC3A886AA080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A90948E1-CF25-DC6C-21A4-809AC3593215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AC320-1476-84F5-BB01-E73F08E56D6E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553DB6-DBEE-CA96-075A-5915508BF140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5EDD42-9A8D-6350-ACEE-31FFDDB2E2EC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42976A-DBB0-C1C0-9E8E-CB0174D4B2FC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8B672F-8330-F161-F13E-C9ED27702A22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FADDBB-FB04-7735-8B95-F8284318EE05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B10D48D-897F-816D-02F8-C93662F4854A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5C8C80D-112E-EF74-C65A-A9A1DA81B371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59E4276-2538-3A71-A51F-B9C8E2735543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1D5C56-BE53-DC16-E3E7-0244A7F458D5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702CFF3D-AA5B-5DE3-E38C-50D256B79F86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6F0682EF-FE01-D596-4C95-E67E12736B03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F97C2AB1-FA10-E5DF-0AC2-9190F837C7D6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D86994BF-D3BA-5E6F-8F03-C1D1BEB2AA2F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39C82BA1-C412-8AED-D72A-A8873BA622C9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FF425A2C-C1DE-2FAE-1A17-07229474D545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C21EF90F-3E57-A866-AB5C-BDE4CD5580B0}"/>
              </a:ext>
            </a:extLst>
          </p:cNvPr>
          <p:cNvSpPr/>
          <p:nvPr/>
        </p:nvSpPr>
        <p:spPr>
          <a:xfrm>
            <a:off x="3036951" y="261598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BE357542-55D8-76C6-E6B7-07A3D1365ACB}"/>
              </a:ext>
            </a:extLst>
          </p:cNvPr>
          <p:cNvCxnSpPr>
            <a:cxnSpLocks/>
            <a:stCxn id="1272" idx="2"/>
            <a:endCxn id="42" idx="3"/>
          </p:cNvCxnSpPr>
          <p:nvPr/>
        </p:nvCxnSpPr>
        <p:spPr>
          <a:xfrm rot="10800000" flipV="1">
            <a:off x="2396759" y="2725058"/>
            <a:ext cx="640192" cy="62503"/>
          </a:xfrm>
          <a:prstGeom prst="bentConnector3">
            <a:avLst>
              <a:gd name="adj1" fmla="val 69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1BAE28AE-5597-994A-0B67-6CC29958F8D2}"/>
              </a:ext>
            </a:extLst>
          </p:cNvPr>
          <p:cNvSpPr/>
          <p:nvPr/>
        </p:nvSpPr>
        <p:spPr>
          <a:xfrm>
            <a:off x="3190008" y="16872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94608EDC-87D2-1555-0DAF-5A8D9387AB18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17962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31E5F759-05D1-B30C-F640-740A2CEE51E5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3D970548-5D2A-3ABC-4126-239FF01CFA1C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636F9F2F-148D-14FE-64FF-77F764981FA9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E2967BFE-3161-E11B-F0C3-A4B24AC6402A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EDB2F82E-245E-E36B-EE3C-F85566EED56C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AC27E1AE-5B10-3C8A-EF9A-B36CC26672AF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7F235CAC-5E08-8FC1-4D15-7962833487F8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CC96880F-F007-2B62-D92F-81A5DCD0F820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38E0F292-19BE-4C76-6ACB-97AD600C69E6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5A57A324-DF34-73B0-4D2B-5573B21AF2C3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A3A832BA-74E6-1C08-A50A-80E2E1A5F66F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53B8AB66-95E7-48B4-C838-2176F8E79E9E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8222A101-62CB-4749-A317-A13E51E87530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FC9E29EA-2676-23D7-A3B1-1D7B9DC70B68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5F56C8C8-BF8C-7F67-0604-402CB206D046}"/>
              </a:ext>
            </a:extLst>
          </p:cNvPr>
          <p:cNvSpPr/>
          <p:nvPr/>
        </p:nvSpPr>
        <p:spPr>
          <a:xfrm>
            <a:off x="8861082" y="20859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0A114A1B-188F-322D-4C8D-DB95CDD001B3}"/>
              </a:ext>
            </a:extLst>
          </p:cNvPr>
          <p:cNvCxnSpPr>
            <a:cxnSpLocks/>
            <a:stCxn id="1289" idx="2"/>
          </p:cNvCxnSpPr>
          <p:nvPr/>
        </p:nvCxnSpPr>
        <p:spPr>
          <a:xfrm rot="10800000">
            <a:off x="8582828" y="215011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EFC6F0B-1B6C-B664-D7AA-FCD8A3FE845F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97CED4-0D03-9B15-00D7-082FDEB763BC}"/>
              </a:ext>
            </a:extLst>
          </p:cNvPr>
          <p:cNvCxnSpPr>
            <a:cxnSpLocks/>
            <a:stCxn id="1142" idx="0"/>
            <a:endCxn id="15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1A8C36-A9F5-821D-F9CC-276DB0EE6811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67DAA-0CF7-0858-A459-8B6B66E579A4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BF594-E287-915D-4D5A-CAC796F9EF71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3109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22A2-04E3-6239-4ED0-3665C4FEC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3CBB2D93-FE9C-D37D-5188-655A94B6D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5B898315-F567-C184-8737-9BDC12C3B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62145835-1C97-9B46-CE8C-A1857E9C7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7A5FFBB1-0104-2F57-0CC9-AC8BE6F03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3C87CF1F-6587-3FF9-DF74-267FD9AE6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85B94CB9-8B36-B157-D559-1C6BBDDE26C8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2944B157-F0DF-DF79-3398-3F72C6EEB5AD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FA7C42E1-513F-53B3-58CA-5F42E912C94A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8DFC72BD-9C19-6A42-9DDA-D7A7FCEB40F5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FCD10829-2623-DA11-9B5F-6EB7BA121AED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06E38723-AC33-4B31-68DE-025FD0946480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1E7D6475-F946-B8FC-D171-F3D4463FFB88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44303F73-A001-140C-22C4-10C5ACFCB683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80483C4-E9EC-CC56-8558-70A374E41CEF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DE9F32DF-8D27-1EA5-1E07-1556A2A60B72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EDA2CFCA-0738-854D-CEF6-7522440939A1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DCB853DE-2CA7-5055-5897-AAF42FAEFF69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9288DB4-A2CD-143C-1A1D-763248EBCD5A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5DB10192-CD57-8FC6-9C54-8152A62BA76B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2936C5A8-A2EA-5D27-2E94-396897F8C906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3B2186C8-4D19-93C9-D2C5-52E20CA6F685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8C2E8B4E-5ABB-7876-6E42-A7CF2B78F7F4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725B74ED-E659-1A83-FE2A-9716145EA21A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F97317DC-75CD-8A1F-A7F6-E062FE142057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F8EAD999-3ED4-9C55-B816-D52160C5A8E0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78394346-2040-D6A9-91DF-26A04674EE3B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D449335D-8A17-795A-CD41-25F87148A247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B3DB1A62-6237-7B8B-D952-6C5F2B67AC85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EFD3FEAD-3F22-CDBB-554C-233EAA412349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052B5F13-B107-703E-8F3D-3A3DDCEAFA6A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1" name="Oval 1270">
            <a:extLst>
              <a:ext uri="{FF2B5EF4-FFF2-40B4-BE49-F238E27FC236}">
                <a16:creationId xmlns:a16="http://schemas.microsoft.com/office/drawing/2014/main" id="{663EEB6C-31AB-78F0-5CC0-3437B461CAFB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76" name="Connector: Elbow 1275">
            <a:extLst>
              <a:ext uri="{FF2B5EF4-FFF2-40B4-BE49-F238E27FC236}">
                <a16:creationId xmlns:a16="http://schemas.microsoft.com/office/drawing/2014/main" id="{9F66F006-E8F2-C514-2E66-C2D4B8B91DF5}"/>
              </a:ext>
            </a:extLst>
          </p:cNvPr>
          <p:cNvCxnSpPr>
            <a:cxnSpLocks/>
            <a:stCxn id="1271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7F89C76B-16B0-7EC1-0151-560D28E820E6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38737D58-8080-1AF7-DF32-F319C27B4D0A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DBD51A7-7B7A-190C-7067-7D3B937F6A42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6D5307-3CD2-19E9-E901-4EEB01A0E66B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EBE214-95F8-5E11-F2B0-787E7D8A2774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1FB8AE-0B88-55AE-948D-3E6A44A42629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0926E7-75C1-4A81-763C-90BA91952A96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D7CE582-9983-85BA-0256-7F442E30B341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6754836-4F14-EAA3-2144-D3D8046DED7C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A3F8E5C-8BA8-1F4E-89F7-FED86402E06A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542E04D-11FB-6CDF-9136-F7531C56E4DE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8ADA97-3A8F-CF5D-159B-7F4F0FB2E945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BA3FC954-7B7C-3438-6C3C-D5763A843ED9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F6FF5B8E-E1F3-FF43-1F78-1432D0F4C0AE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A6B9C0A8-1DBE-3275-2953-72F3D95ED84B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4C0D133A-5463-0139-AF22-4A49D7E42787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DB152D8B-7A31-F47C-A266-222EFD264F29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37514B1C-F29E-3DE7-6DD5-D5F4F29D673D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AB50DCD3-9DA3-D387-63FF-5398D9F03ED9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BD65C914-17F1-F683-8714-12AD875192F5}"/>
              </a:ext>
            </a:extLst>
          </p:cNvPr>
          <p:cNvCxnSpPr>
            <a:cxnSpLocks/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BF59443C-D9BA-1F47-BA8F-C47F56613CF7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F6C43C0F-91C1-1A04-5537-E6947436926E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B7D02CF5-3540-D065-BF6A-A3FC4A9B6A58}"/>
              </a:ext>
            </a:extLst>
          </p:cNvPr>
          <p:cNvSpPr/>
          <p:nvPr/>
        </p:nvSpPr>
        <p:spPr>
          <a:xfrm>
            <a:off x="3036951" y="128502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3FA9165C-7B4F-854E-5338-F6E549F5FB58}"/>
              </a:ext>
            </a:extLst>
          </p:cNvPr>
          <p:cNvCxnSpPr>
            <a:cxnSpLocks/>
            <a:stCxn id="1272" idx="2"/>
            <a:endCxn id="1161" idx="3"/>
          </p:cNvCxnSpPr>
          <p:nvPr/>
        </p:nvCxnSpPr>
        <p:spPr>
          <a:xfrm rot="10800000">
            <a:off x="2396759" y="1367439"/>
            <a:ext cx="640192" cy="26660"/>
          </a:xfrm>
          <a:prstGeom prst="bentConnector3">
            <a:avLst>
              <a:gd name="adj1" fmla="val 706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7CDEC22E-D988-5418-3728-7E8964F00019}"/>
              </a:ext>
            </a:extLst>
          </p:cNvPr>
          <p:cNvSpPr/>
          <p:nvPr/>
        </p:nvSpPr>
        <p:spPr>
          <a:xfrm>
            <a:off x="3190008" y="168721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08E1F0B5-812B-748A-16A1-F3E7EDF52F1F}"/>
              </a:ext>
            </a:extLst>
          </p:cNvPr>
          <p:cNvCxnSpPr>
            <a:cxnSpLocks/>
            <a:stCxn id="1286" idx="2"/>
          </p:cNvCxnSpPr>
          <p:nvPr/>
        </p:nvCxnSpPr>
        <p:spPr>
          <a:xfrm rot="10800000" flipV="1">
            <a:off x="2945792" y="179628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8704E624-B5FB-E02A-D0F7-94C40FE1B24A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FCFDEA50-CFB8-F4CF-66D6-1E4DD0EEEC92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7495DC7-1563-289B-0888-8AC0AD352D94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E780DEAE-0C85-B4C4-8A61-884742F206C0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D00C5611-9517-B15C-1D73-81A526BD5E6A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2D1D170C-A7CF-CD05-C89C-8A6A52ED4316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EF1681D4-72D4-C349-FCC4-1A085B0E1297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A6F11B2F-C6E2-C452-1E56-C3DC2F0120E3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ADE897BB-21E9-B82D-1966-8E273D92EC69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732AFF04-B5DF-93C8-F191-26E4E4B0272C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0166869C-F759-94B0-9ECD-D468A8F98FF1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D5A0ACE2-5904-271B-E738-FBE490732F76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817CD75A-A157-0386-5775-347396466A0F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7960B638-3138-679A-B17F-0B5C811ACE05}"/>
              </a:ext>
            </a:extLst>
          </p:cNvPr>
          <p:cNvSpPr/>
          <p:nvPr/>
        </p:nvSpPr>
        <p:spPr>
          <a:xfrm>
            <a:off x="8861082" y="20859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DF19BD56-60D8-5F48-48CD-80593467C596}"/>
              </a:ext>
            </a:extLst>
          </p:cNvPr>
          <p:cNvCxnSpPr>
            <a:cxnSpLocks/>
            <a:stCxn id="1289" idx="2"/>
          </p:cNvCxnSpPr>
          <p:nvPr/>
        </p:nvCxnSpPr>
        <p:spPr>
          <a:xfrm rot="10800000">
            <a:off x="8582828" y="215011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087A84-2A45-F0BD-D047-1F06FEFA44F8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017705-294A-B40F-F84F-2DC40DC112F9}"/>
              </a:ext>
            </a:extLst>
          </p:cNvPr>
          <p:cNvCxnSpPr>
            <a:cxnSpLocks/>
            <a:stCxn id="1142" idx="0"/>
            <a:endCxn id="15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E879893-B29A-4676-4253-20D63EF50FC1}"/>
              </a:ext>
            </a:extLst>
          </p:cNvPr>
          <p:cNvCxnSpPr>
            <a:cxnSpLocks/>
          </p:cNvCxnSpPr>
          <p:nvPr/>
        </p:nvCxnSpPr>
        <p:spPr>
          <a:xfrm>
            <a:off x="3159340" y="2570480"/>
            <a:ext cx="813220" cy="599440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BD6F92-544F-9CB4-F883-54A21F77751D}"/>
              </a:ext>
            </a:extLst>
          </p:cNvPr>
          <p:cNvCxnSpPr>
            <a:cxnSpLocks/>
          </p:cNvCxnSpPr>
          <p:nvPr/>
        </p:nvCxnSpPr>
        <p:spPr>
          <a:xfrm flipV="1">
            <a:off x="2723198" y="4047248"/>
            <a:ext cx="1331340" cy="1213305"/>
          </a:xfrm>
          <a:prstGeom prst="straightConnector1">
            <a:avLst/>
          </a:prstGeom>
          <a:ln w="6350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F5D8348-473E-BBB0-DCB7-BE59D409C6F1}"/>
              </a:ext>
            </a:extLst>
          </p:cNvPr>
          <p:cNvCxnSpPr>
            <a:cxnSpLocks/>
            <a:stCxn id="6" idx="2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7190448-6E5A-A213-00C8-1977107889AC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F9FBD-7B67-9C1F-C494-3693151A3128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C34F9-9A27-FDC4-CB81-1B7FDFCA6673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D8A9E-352C-ED49-6DEB-21159ADABEB1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591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9840-935D-9F33-5F6A-04D94CB8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8AE7A9CD-C669-4D02-89DC-24544E337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EE32B6F-1BC7-18DF-6CDC-7B7C7D104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CAD34610-43DE-3CF3-D716-BAC84553D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D382A0E-2F21-0FFB-2EDA-37855D74B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E1538CCC-0C70-CC0A-6ED3-73CB65B1B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0DF4D952-7BF5-985B-F5D1-3969C07DDC72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20448D90-6AB7-BA42-6E3C-9BB7A87579A0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D6E8F506-6C0D-6A24-8AB7-54B14EF0C12D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A5AEDBB8-1228-1D5B-35C6-F87748807FB0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F4317E6F-E04E-82FA-FB03-F49A34732309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A62070D9-39FF-420B-EB45-13DE2F30B6B4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235D8E82-553A-8A1A-50FD-382E0EFBBC29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DD52E914-03B0-D042-F4CB-E95934BAD70B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61214D5C-AA17-D1E5-0101-5AF961A893F7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530F592F-41A7-10A5-E270-97E3AF73ACA6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95878087-D93A-A907-8673-57325749B059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C072810F-6FA7-8778-D886-86C6C6F436CE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FA88CF6-1724-AD40-0A89-25EE59F0D925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7009C7E0-F3A3-C90C-EA29-0ECF6BFB27A7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BF1B0117-02F0-6889-8375-28F7A5C179E4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890F8279-897C-B340-14D2-0A9C153521C5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A6678CC7-A47F-BA44-0216-CEA23DC1656B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75E0135D-70C3-2022-E7C4-309AB1CBB684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B5AECE97-CD4F-1BF3-02D9-5F4DE377C4FA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E1F44F72-5F96-FA63-FCC6-39BE455593B6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899D8A1C-C3FA-E830-A2B9-CB6441582864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D0086744-EA7D-6625-5FB2-F1422E9296E9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44D2F300-3DCB-D14F-D7A3-FCBDD77B3556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DEA307F3-85F2-0068-1C83-666080BD6F52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52D3E18D-124D-D97E-F496-BA9A56ACD1A7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BC70CF8F-0ADD-2C62-1C86-4A15018A24D7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A07E3455-A331-E8C7-95DD-1DC8E7051F4E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6F79F21-74FE-5BB8-230A-D08C11C1A7A8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3FE73D-4642-689C-F056-A92089D8D9F0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D6B0A7-C707-A22D-29C2-542F72451F5F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ADB819-7CE4-5A88-B463-FEB7F43D7BDE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50B515-E43A-6FC6-E34A-8C4DE6AB8612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3BE56F-F94E-E94C-053D-91A78B392319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57F50F8-1CA6-C8EA-CF29-F070FDB40C12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9BB82D-A7D9-7D04-D91D-E7E04D7FB2A5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D7A1C9E-93A5-F7F1-DC71-73C6AB247A0D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AB8BD82-E2F2-635E-A92E-56745BDC70C6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45AFCD7C-EE3B-E3E5-5FB5-CA0E01EA5ED7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FA253574-3EAA-07EF-3609-8C6144680302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A190DC9B-80D2-C992-75B9-9FEE866E3B6E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513DD95B-5BB1-E6D4-4FAB-32B5424376D1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46C1C9B5-771B-1238-6E54-964D716FD7CB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2F7AB7A3-26B1-5E23-F568-2FDA2A8F3D74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BBEC6AEF-AF31-001D-1251-78A777CE0DB7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3900376B-7D7C-E09A-6AC1-98FBF2C95E4B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79D6C92D-E693-3BD5-A5CF-1F34C36C6B5F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F5F1AE91-B6FB-3836-841A-CF6308EB3501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AB113D76-6CE2-46B7-14EB-5936205B43F4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CECE9B89-C637-E52D-8B18-4EF65469B6AA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15C483A1-1742-4264-C853-287F43086F18}"/>
              </a:ext>
            </a:extLst>
          </p:cNvPr>
          <p:cNvSpPr/>
          <p:nvPr/>
        </p:nvSpPr>
        <p:spPr>
          <a:xfrm>
            <a:off x="3036951" y="128502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70DE35DB-B777-FFBC-F1FC-FAEE36C8A72F}"/>
              </a:ext>
            </a:extLst>
          </p:cNvPr>
          <p:cNvCxnSpPr>
            <a:cxnSpLocks/>
            <a:stCxn id="1272" idx="2"/>
            <a:endCxn id="1161" idx="3"/>
          </p:cNvCxnSpPr>
          <p:nvPr/>
        </p:nvCxnSpPr>
        <p:spPr>
          <a:xfrm rot="10800000">
            <a:off x="2396759" y="1367439"/>
            <a:ext cx="640192" cy="26660"/>
          </a:xfrm>
          <a:prstGeom prst="bentConnector3">
            <a:avLst>
              <a:gd name="adj1" fmla="val 706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40637C11-A8CC-F9E1-89F0-9D30163B5113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34632BC3-00FC-22BF-8E27-0711618F6796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05885C57-6B95-AAF0-54A2-922C7FB99311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B1EFAE67-07F1-4DFB-17DD-CCFEDBE4EAA5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6A93B44E-2BCD-7554-6B61-E8E79B761DCB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B38292D8-DC65-A439-1167-B8C7BA91CC59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24F90C29-A342-DD2C-B9C7-7D9D10ABC05D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21E12FC9-23A3-F862-3D00-C81BA8871966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D191628E-B687-6D5F-ED1C-3E8A23814467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0007D6BB-2DAE-FCF4-AA3F-E0D9BDD7A87A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F03EE56C-8E4C-3C35-4C3C-837AFF170585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823826E1-D9A8-4E7C-A086-4F224EF6E0C2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1A41DFE3-E3A7-9E96-AEA3-A4EF4757B079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5FACA00A-2A2B-908E-ACB8-684F882B9B65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4DA680B0-D874-FBE8-16E9-CA771A9ADAEB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4E06D3ED-7DAB-1255-2A26-4B9121C465A7}"/>
              </a:ext>
            </a:extLst>
          </p:cNvPr>
          <p:cNvSpPr/>
          <p:nvPr/>
        </p:nvSpPr>
        <p:spPr>
          <a:xfrm>
            <a:off x="8861082" y="20859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B627893F-61B4-4F0D-8C3F-25F7C858EEB0}"/>
              </a:ext>
            </a:extLst>
          </p:cNvPr>
          <p:cNvCxnSpPr>
            <a:cxnSpLocks/>
            <a:stCxn id="1289" idx="2"/>
          </p:cNvCxnSpPr>
          <p:nvPr/>
        </p:nvCxnSpPr>
        <p:spPr>
          <a:xfrm rot="10800000">
            <a:off x="8582828" y="215011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AB0B0AB-3120-A21F-6DC1-B98C37B94920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A0B965E-AA46-20DD-6CDD-5265BE602150}"/>
              </a:ext>
            </a:extLst>
          </p:cNvPr>
          <p:cNvCxnSpPr>
            <a:cxnSpLocks/>
            <a:stCxn id="2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98A864E-7D80-90EE-69EB-6BD71F5EAFB9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8861A4-A9D3-DC7F-14BC-EAD4C732CE4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8B4B1B4-8296-439E-983A-16C5FB49D7A0}"/>
              </a:ext>
            </a:extLst>
          </p:cNvPr>
          <p:cNvCxnSpPr>
            <a:cxnSpLocks/>
            <a:stCxn id="7" idx="2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0DE0ED2-B1DD-E891-BCA9-630CDC7AEA00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4CEC4-85CF-9BE9-A77D-C9D53CE7963B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35501-BEE8-1212-C0BE-8296D8994319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9530B-F94B-0CA1-0287-2313FA5ACA58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4554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6261-C805-CEFF-7264-4FC120FC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97288C93-4EF0-47BC-9D3F-F876DE6FE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85211EF-A389-66F7-E71B-CB0299A47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19E2EE79-23FD-A547-1CC4-3C9521FCF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899997BE-9709-0F69-AA1F-EF190FBB7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D59CE39F-C7DA-E7A6-037B-C25B51954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4BB8D6D9-F56D-232D-7E13-DE5A388158F0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950C8D7B-EA1B-8B4B-F5BE-384B94B4355E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FE9105F9-DED0-B7B0-31FA-56E7AD6D727B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69991816-E6DE-56D5-96B2-4BE43FB420CB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A10B8417-3C66-FDC5-11E5-162B0EED77CC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1555DFC3-ABBA-8815-05B5-0E58294AF308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AB6059F4-BA0C-8359-2772-9B15C38044C9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70D55863-A374-9B10-7316-76D351E727D4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DE8A2E9B-7C8A-CFB7-B7D2-872FB56E77EB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71F17291-20C7-4C43-01F4-6CDDCABF93FD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27158F52-37A1-8D03-DFAC-6B8D003D1692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A7FBFD37-B489-51FD-0A6F-D33CA3027553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13D7F1D7-152F-4CAC-9E3B-AC3DBBFAE46A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8B206E88-511B-2FA2-B723-C57B2D63DCB7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C0F8BEE8-92B2-C04C-0808-CCA67CA88651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4094C0ED-1809-D1EF-9924-88393096B8E5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E2BAB6D4-A290-DD46-384A-644AC9FD5B0D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7C2311A1-242A-5293-5ADF-09EEB1F460E9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0947E0A0-8188-D8D7-AA0E-4581F879D9F5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3E4366A1-F272-79E3-FB08-156DFCBA7DAE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BE4A4E37-B6C0-9F55-E2D2-A9C2B7F33975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0FF85B97-11BA-FB27-AEB2-71D80885738E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F678D48A-4BA1-FE96-D08B-31C247499691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E4038E63-9F2C-6CF2-3390-0060000E7297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A88B6A0C-119C-3B79-9610-D4D68AD9EDB6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748264EC-D0DC-4726-EA2E-6005B4CE7674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8992E92C-0201-628F-EC22-F661F266C497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A6EF106-A6CF-E17A-334A-8C2D2B1761EF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536B5C-6245-7AA6-9943-37F8028744AB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6DFFFC-BE9D-1EFD-DAA1-0329F8074B51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C6FACC-210F-C145-99FC-629498960DA6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683EB8-8601-7B19-7502-BFFB98EE7835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69C418-FD21-568D-29B4-DA6A90D57FEB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F991CCA-8BB7-9D7D-2F41-7D07A11FDAE6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117FCD4-AE7F-B05C-CF54-F63B53982CA2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50CBA5C-0DCA-AB8E-D513-F81158F36D97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C16416A-F802-C937-F0FD-C3D8C32D7163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7CD75E4F-BA5B-A6A2-E452-91B0EF26356E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FCD86D23-C7BD-57C4-C159-09EF740BB42C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1FBC0238-E716-F29A-3D96-108351D9ED9C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32033014-668E-2092-D7E7-14EE49E9107D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63A42C57-C8CA-2B07-1FD4-7D27DC7C39D8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654B9978-0C49-E551-57D8-8B0C5ED6AAC3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F7BEE27F-78D7-E949-32CB-A2DE2820F2AF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778CCDD8-AA9A-7674-6CC5-5770DC1FFEC8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8C33BDFB-09A2-DC1F-57B1-AA4A02BD3B7E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A43376BE-DE7C-21F9-08AB-C3E925A1A22C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385E6F90-6CBB-AF6A-F5D2-D6E35F7172D8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FA728936-B39E-0A50-69E4-7ADACC0F35E1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E4368518-C175-767E-9FAC-6BFA8DB12D1D}"/>
              </a:ext>
            </a:extLst>
          </p:cNvPr>
          <p:cNvSpPr/>
          <p:nvPr/>
        </p:nvSpPr>
        <p:spPr>
          <a:xfrm>
            <a:off x="3036951" y="128502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048E9AD2-DDF6-AD44-82B5-D473BA5BA890}"/>
              </a:ext>
            </a:extLst>
          </p:cNvPr>
          <p:cNvCxnSpPr>
            <a:cxnSpLocks/>
            <a:stCxn id="1272" idx="2"/>
            <a:endCxn id="1161" idx="3"/>
          </p:cNvCxnSpPr>
          <p:nvPr/>
        </p:nvCxnSpPr>
        <p:spPr>
          <a:xfrm rot="10800000">
            <a:off x="2396759" y="1367439"/>
            <a:ext cx="640192" cy="26660"/>
          </a:xfrm>
          <a:prstGeom prst="bentConnector3">
            <a:avLst>
              <a:gd name="adj1" fmla="val 706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3BA5B4F8-FBF4-5D94-E8AD-D197E8FC76F1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36346106-BEEB-B315-2B76-4E3C42D00E62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026FC6E6-8522-65DB-8654-264FEA809328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C0B29AB6-F6B4-E5F2-BF6F-2C3347171731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96FC8305-6CF3-604F-A466-184D4652B397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FE04F6F-DDEA-63C2-4DFE-9438681DE81C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A0874A77-1148-0141-DD45-ABC60A862C16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BE6DB1BC-2B4C-93F4-B103-C422696BF41B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ACB4048D-98FC-2E75-431C-DE9583009796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6D2B4535-9EE1-375F-72BB-FA9C94B86B6A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50A49AC5-857A-A0A0-6B4E-3ED841CF5E53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A34A950C-75D8-26B0-4FCB-EA8D6484AF46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7621DA72-90AD-F07B-C47A-7E406E67B216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15675C5C-707E-BC6A-FA5B-94D4950EB374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F20A9B8F-0BB6-149F-4E42-F4B455D1EABB}"/>
              </a:ext>
            </a:extLst>
          </p:cNvPr>
          <p:cNvSpPr/>
          <p:nvPr/>
        </p:nvSpPr>
        <p:spPr>
          <a:xfrm>
            <a:off x="8084599" y="1730107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c13</a:t>
            </a:r>
          </a:p>
        </p:txBody>
      </p:sp>
      <p:cxnSp>
        <p:nvCxnSpPr>
          <p:cNvPr id="1175" name="Straight Arrow Connector 1174">
            <a:extLst>
              <a:ext uri="{FF2B5EF4-FFF2-40B4-BE49-F238E27FC236}">
                <a16:creationId xmlns:a16="http://schemas.microsoft.com/office/drawing/2014/main" id="{BBF2D68D-B6A9-9FEB-EB0E-D541A53C1F3C}"/>
              </a:ext>
            </a:extLst>
          </p:cNvPr>
          <p:cNvCxnSpPr>
            <a:cxnSpLocks/>
            <a:stCxn id="1132" idx="0"/>
            <a:endCxn id="1173" idx="2"/>
          </p:cNvCxnSpPr>
          <p:nvPr/>
        </p:nvCxnSpPr>
        <p:spPr>
          <a:xfrm flipV="1">
            <a:off x="8333713" y="1899560"/>
            <a:ext cx="0" cy="159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F341BB1E-AC5F-751B-EE03-157827265E8F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B62F1906-7618-7C26-B379-120DC2CEB658}"/>
              </a:ext>
            </a:extLst>
          </p:cNvPr>
          <p:cNvSpPr/>
          <p:nvPr/>
        </p:nvSpPr>
        <p:spPr>
          <a:xfrm>
            <a:off x="8861082" y="175067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386C4C21-5237-9138-7D39-6AE27C4D9912}"/>
              </a:ext>
            </a:extLst>
          </p:cNvPr>
          <p:cNvCxnSpPr>
            <a:cxnSpLocks/>
            <a:stCxn id="1289" idx="2"/>
            <a:endCxn id="1173" idx="3"/>
          </p:cNvCxnSpPr>
          <p:nvPr/>
        </p:nvCxnSpPr>
        <p:spPr>
          <a:xfrm rot="10800000">
            <a:off x="8582828" y="181483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6C929A2-C815-FC5E-0B3D-364CFF49CDC5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B458B09-47B5-DAEF-467A-97C5E9805D9C}"/>
              </a:ext>
            </a:extLst>
          </p:cNvPr>
          <p:cNvCxnSpPr>
            <a:cxnSpLocks/>
            <a:stCxn id="2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C484D6F-D5DC-8F96-E781-909A33B83968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A16AF2-B79B-27F1-3CA7-42CFE3488CBC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6E6F091-AF47-58D1-C7F9-745AC36EF706}"/>
              </a:ext>
            </a:extLst>
          </p:cNvPr>
          <p:cNvCxnSpPr>
            <a:cxnSpLocks/>
            <a:stCxn id="7" idx="2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E626712-FFF1-D3BB-BCB0-D77364653D2E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77DE2-D9F5-5A7E-9F0C-D88BBA6B1B83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7CFA1-7FCE-54D9-CC9C-75AB2472B307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B8313-1AC9-B22F-44DC-DAC7C9147100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4535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1AF8-0CE2-3E68-C5FD-8391C38F9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19C53A32-D314-3F3B-E145-4172AF05D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C5699A6C-6435-E295-33A5-E675D9065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7E62ED6A-4336-5C54-4478-8C0984914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72EF1583-E1D9-E686-AD71-314FF846E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984E8FB6-004C-5B24-7043-6BCF99EC4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EAC3A1D0-59EB-6497-6DF9-2DE677391084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CFCC24F8-5840-9739-1577-39448A9FCE07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DFE7B25D-5E4B-4800-1311-93FDC209A3CB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3B747798-FA91-ECF4-6D81-1D9C274559EC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6CA63407-3257-CF1E-2C97-3A74D7F25238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9D673849-6A8B-A656-5B0F-224C06973947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22CD1984-1696-6EB2-746C-9951173DA2EC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F9D990DC-323F-459A-1129-00DEC35A6E4A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6535291A-86CE-499B-7CED-FC406C000D82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46E4A0A5-0F07-DB85-7F66-1D2CAB6A9A14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F49AB7C6-D815-ADEA-662A-C089F1B2B49B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C29FC265-5132-DA69-EE64-8D6E6B5DFE0F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BDE8B48-09B1-7D56-C98B-9688AB2D0AE3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DC8F5146-7306-AFF5-4EBD-BF361DE106F2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128780B4-5024-A4ED-F1E1-13B3175E59A7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543569DD-D292-7E5D-38F0-FB7C117263E2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3D6F65CE-822B-E351-85A7-54D9101A280D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55E1F375-1FDC-B898-C4F8-D7BB56B2A5C9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C5478A7A-71C9-B440-9D20-3046C2B8DE09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5F850E0A-3848-A522-3A28-D85DA11FEDA2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24095DD8-FDE6-8ADA-249A-8771CCEFA2CF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9659A64A-257C-B750-220C-E8C0A02A6702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51FA8819-A854-D7DC-7610-0EC669DE67BA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855A6E11-06F5-0175-A06D-39857A484926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93243D2E-421C-6536-0A52-9658E20B584C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DDDB896D-3E2C-55A6-900E-8BF0D0A59C27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E4ABD8FF-5C4D-E9C2-8307-9558354EE615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9AEC437-6100-4B6A-B74D-B27F365653BB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B36BD3-8DF9-0D80-A81E-96574E2D2A07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18EB3A-2251-35D7-699D-4C0F403D731D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E5D2F6-0E8E-4BC0-56CF-6B97C5E5FC71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E3AE76-99BC-E498-06D3-409890EC4AE5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69B416-5F3C-1DF5-B921-C35CAACDEBCF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524ED3F-2A7A-AA0C-33FE-9E29931C19E2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8F11045-2194-8BBF-1026-CA76CE7CDD5C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E1D5437-9921-61E0-DEE2-8D1C700A9F37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283A6FD-697C-A6F8-6A24-1DC3D865B8BA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2D03F284-048F-F8C8-641D-81BDFFB8315F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3086A444-FB26-2DB7-D98A-640049EDDC8A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44D299B4-6FC5-7B81-C6D1-CF570DBB68A9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A22AF643-868C-FF77-7E4B-9B171927B2DC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F804F475-B8D2-5D87-95BE-9C90A5CFBFE7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3F846E5F-91A0-BE90-7102-11F60C47443E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8ACB222C-FC11-8D67-33A3-D98EA8771B64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E6FAE3E5-C149-5322-58EF-238FDCA3FDB8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E7989B80-BCDE-65C7-CAA8-CAEBF3FEFE40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BE37A04C-00FC-EB7C-6844-31885C65D25D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AB5BFB31-DDFD-DFED-24C4-0587683168CB}"/>
              </a:ext>
            </a:extLst>
          </p:cNvPr>
          <p:cNvSpPr/>
          <p:nvPr/>
        </p:nvSpPr>
        <p:spPr>
          <a:xfrm>
            <a:off x="1898531" y="83527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79" name="Connector: Elbow 1178">
            <a:extLst>
              <a:ext uri="{FF2B5EF4-FFF2-40B4-BE49-F238E27FC236}">
                <a16:creationId xmlns:a16="http://schemas.microsoft.com/office/drawing/2014/main" id="{279ED104-A68D-3FCE-D3E4-C5879318F238}"/>
              </a:ext>
            </a:extLst>
          </p:cNvPr>
          <p:cNvCxnSpPr>
            <a:stCxn id="1170" idx="0"/>
            <a:endCxn id="1177" idx="3"/>
          </p:cNvCxnSpPr>
          <p:nvPr/>
        </p:nvCxnSpPr>
        <p:spPr>
          <a:xfrm rot="16200000" flipV="1">
            <a:off x="2476117" y="840646"/>
            <a:ext cx="14120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Arrow Connector 1198">
            <a:extLst>
              <a:ext uri="{FF2B5EF4-FFF2-40B4-BE49-F238E27FC236}">
                <a16:creationId xmlns:a16="http://schemas.microsoft.com/office/drawing/2014/main" id="{AA9D3B68-9C46-65DE-FBCE-F97ECACB7AAD}"/>
              </a:ext>
            </a:extLst>
          </p:cNvPr>
          <p:cNvCxnSpPr>
            <a:stCxn id="1161" idx="0"/>
            <a:endCxn id="1177" idx="2"/>
          </p:cNvCxnSpPr>
          <p:nvPr/>
        </p:nvCxnSpPr>
        <p:spPr>
          <a:xfrm flipV="1">
            <a:off x="2147645" y="1004731"/>
            <a:ext cx="0" cy="277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7211875E-A24A-A3D9-7E0C-05DC0766F9D5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BA5AA7CC-659F-81FA-3373-E429E9117EDF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EB7532AB-2480-5CBE-5DB6-5845B2C1CF7F}"/>
              </a:ext>
            </a:extLst>
          </p:cNvPr>
          <p:cNvSpPr/>
          <p:nvPr/>
        </p:nvSpPr>
        <p:spPr>
          <a:xfrm>
            <a:off x="2769918" y="59406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48091099-E34D-C570-123C-626DB1DBD1B4}"/>
              </a:ext>
            </a:extLst>
          </p:cNvPr>
          <p:cNvCxnSpPr>
            <a:cxnSpLocks/>
            <a:stCxn id="1272" idx="2"/>
            <a:endCxn id="1177" idx="3"/>
          </p:cNvCxnSpPr>
          <p:nvPr/>
        </p:nvCxnSpPr>
        <p:spPr>
          <a:xfrm rot="10800000" flipV="1">
            <a:off x="2396760" y="703134"/>
            <a:ext cx="373159" cy="216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E414B2F5-6506-848F-7E75-18BFE928D711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B2D6D226-D228-8049-427D-6BED9F7470A0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BCDBD0E9-C2CF-8ED1-972F-C9145FAAEFB2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67943B61-5298-09D5-E332-4570DFB8377C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BDD29B91-A0CA-7622-B41C-44C0866BFD4E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9D8C4BB6-BEC6-3E34-57B2-6229085C382C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1D73DF7-3FA8-AE66-CE5A-90F66D17FB48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1CA1B846-EA35-CC24-BD87-D07476523D27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5BDA555D-89CC-5DB5-61ED-D94EE84ABEB3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0A6A79AD-1214-51B7-1DF9-861485896ECB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530B3CE9-6987-C22F-6E3D-850FC13C7C90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7B7B3A54-51C9-1BD4-197A-B37C49F226EB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D227C728-09B6-28C9-FCEB-C36ED65E1098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C1159BCA-F4B7-1FA3-FDB2-62F216D3B7C0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26DC4D8A-2087-A8A0-DE90-67BCA45F4DF9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13DCA6-E97E-1B05-7AD9-7075663EF6CF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85B5212-8FEF-D58C-973A-BB4AEEAE35A7}"/>
              </a:ext>
            </a:extLst>
          </p:cNvPr>
          <p:cNvCxnSpPr>
            <a:cxnSpLocks/>
            <a:stCxn id="2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A14060F-02A9-BA91-91D5-0D964E67F81A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2ACCC6-F523-9BB9-0342-DF73DA580B9A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EFF74BE-C8DB-C3AD-47B4-9F15FDF40C3A}"/>
              </a:ext>
            </a:extLst>
          </p:cNvPr>
          <p:cNvCxnSpPr>
            <a:cxnSpLocks/>
            <a:stCxn id="7" idx="2"/>
          </p:cNvCxnSpPr>
          <p:nvPr/>
        </p:nvCxnSpPr>
        <p:spPr>
          <a:xfrm rot="10800000" flipV="1">
            <a:off x="8033795" y="2630563"/>
            <a:ext cx="691263" cy="80847"/>
          </a:xfrm>
          <a:prstGeom prst="bentConnector3">
            <a:avLst>
              <a:gd name="adj1" fmla="val 73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28E160E-9287-DEB8-478E-A7D5FB496F69}"/>
              </a:ext>
            </a:extLst>
          </p:cNvPr>
          <p:cNvSpPr/>
          <p:nvPr/>
        </p:nvSpPr>
        <p:spPr>
          <a:xfrm>
            <a:off x="8725057" y="2521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23339-237F-F859-11BD-F4B9784AA879}"/>
              </a:ext>
            </a:extLst>
          </p:cNvPr>
          <p:cNvSpPr/>
          <p:nvPr/>
        </p:nvSpPr>
        <p:spPr>
          <a:xfrm>
            <a:off x="8084599" y="1730107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97F169-1AF0-9740-472D-F359310DA14E}"/>
              </a:ext>
            </a:extLst>
          </p:cNvPr>
          <p:cNvSpPr/>
          <p:nvPr/>
        </p:nvSpPr>
        <p:spPr>
          <a:xfrm>
            <a:off x="8861082" y="175067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14F4014-18C2-3A26-D3B2-C8825ED57A8C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rot="10800000">
            <a:off x="8582828" y="181483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6C29A7-58FC-02A4-AA40-8707C227B3DA}"/>
              </a:ext>
            </a:extLst>
          </p:cNvPr>
          <p:cNvCxnSpPr>
            <a:stCxn id="1132" idx="0"/>
            <a:endCxn id="8" idx="2"/>
          </p:cNvCxnSpPr>
          <p:nvPr/>
        </p:nvCxnSpPr>
        <p:spPr>
          <a:xfrm flipV="1">
            <a:off x="8333713" y="1899560"/>
            <a:ext cx="0" cy="159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AE315D-E5AF-7E2E-C410-F67D798F30E6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BB977-0C19-3F00-14C5-82E504652E46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033063-096D-74DD-D4C1-C94C6A8F7982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1535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90236-3BEE-CF48-540A-12570E86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9F5E9960-9009-7C2C-2D27-704F5874D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66D690C8-7A85-F5E0-4808-102FBE3BC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32A019FC-487A-6E11-0051-EC9BAC981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5E809CFA-499F-8FDC-87B9-F4DABDFED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F92CAF0A-EF9A-3F07-F0EE-739870BE4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BCC8E02B-7FA0-8AFC-7E65-45C8940213BA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B7961CDA-F83F-D0C7-181D-C6D1BA1BADF8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F3BEFDAC-4A45-7822-D4E7-A0D4D4DAEB21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F3EDEEB4-23E7-1764-06C8-7F8F64E37432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F94A22D3-5439-1747-1CDF-7471ACA3243E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0D651304-C990-E2ED-AA72-EE94D2124ECC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AC427FC5-5C55-C3E3-13DA-9B2BB1402161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7C6377E8-646C-A243-5146-F5EE624F3C09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1C0F1CCE-9988-0A9B-9CEC-D3EB8528161C}"/>
              </a:ext>
            </a:extLst>
          </p:cNvPr>
          <p:cNvCxnSpPr>
            <a:cxnSpLocks/>
            <a:stCxn id="1273" idx="2"/>
            <a:endCxn id="1188" idx="3"/>
          </p:cNvCxnSpPr>
          <p:nvPr/>
        </p:nvCxnSpPr>
        <p:spPr>
          <a:xfrm rot="10800000" flipV="1">
            <a:off x="8033795" y="1106563"/>
            <a:ext cx="691263" cy="21507"/>
          </a:xfrm>
          <a:prstGeom prst="bentConnector3">
            <a:avLst>
              <a:gd name="adj1" fmla="val 764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871EA1C5-263A-D6BC-2BC2-BB2B0BCFA142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3F8AFD83-7B79-192C-E8E0-BBC56199624C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2FCAF769-EFDC-A8F1-8354-8EB3F6B9D638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ED78165F-4E71-E520-962D-0C256F8701DC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F82D90EE-3A20-596B-DE5A-384443BF160A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D82DB8D5-D6AE-5164-6B0A-0B7CA4A2F375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8EDA293A-C12B-C2CF-D67A-32C7F02164C6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9C84E353-31B5-2225-627F-27746F036FDA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F60F3D24-D43E-63CE-6CA3-15982C463473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F6BC783D-1165-93D5-0895-D3D252A5CE04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D31DA3F4-BBA8-1498-E96F-975648C18917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A7AE741F-7A34-B62A-F3E7-170DC5EEB190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40A7E8B0-26AF-56D8-56C0-6E50C8922BC3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7F94BF67-8A78-05FF-FFE0-6B975CAF61DD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6BC6C523-6823-BB1D-A426-86C3D29E8C3C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B5C91079-D295-4C76-0150-052FEB2F9D54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7835299D-94EA-212D-366B-274B950CC1F7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3AA1CA32-808F-B271-E601-A9289235DEC8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D6F824FE-D91F-7DC0-4225-7FBE28C6BF1A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B3EEF8B-441C-D54D-6B2B-87664E010403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531022-894A-FE02-E787-2407D4870C4D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BCE1D-4698-8E7B-DB27-4D805DFFFC64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F26932-B1F4-57D5-74AD-B3AC3115EEA5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2F6277-D191-3F37-7D15-116CE5E84C44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ED0570-4B5C-EB2A-6C7D-98C6E87010B3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3FDFC04-6F8A-47C1-8E80-4A05BBAF9314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0E326F-BA06-4D2C-87C2-24318B04ED34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4A822AE1-99F8-A3CD-2518-0C97E21F86D3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0EB536-C675-1554-6B67-A068C2784636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3D9F61A8-7B8A-D5D1-1B09-CBC17D31464A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6B8FA430-6919-1C59-881E-096D46970522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714BD181-3E3C-8C74-8F00-FF98BC219BBB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F881223F-B1CF-80E2-7355-93FDC322DC11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1C9B50EE-3F0F-A601-9117-B4FDD9548BC3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859DC8B5-6720-115C-3130-5FFEEB50A976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3F5809E3-8254-BC3F-E2ED-0F3D82E09651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F724CD12-0906-28A6-0BD6-55F09CADEA71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C702E1B5-273E-1AF4-3AAB-8174260F4286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E9EEE9B9-F066-C0CA-E1AF-2CBA4909031A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9AD69B17-7296-1E56-5A65-96AA5A4630BD}"/>
              </a:ext>
            </a:extLst>
          </p:cNvPr>
          <p:cNvSpPr/>
          <p:nvPr/>
        </p:nvSpPr>
        <p:spPr>
          <a:xfrm>
            <a:off x="1898531" y="83527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79" name="Connector: Elbow 1178">
            <a:extLst>
              <a:ext uri="{FF2B5EF4-FFF2-40B4-BE49-F238E27FC236}">
                <a16:creationId xmlns:a16="http://schemas.microsoft.com/office/drawing/2014/main" id="{3D8BF2C8-1278-BCFA-5E05-119BE4F724A4}"/>
              </a:ext>
            </a:extLst>
          </p:cNvPr>
          <p:cNvCxnSpPr>
            <a:stCxn id="1170" idx="0"/>
            <a:endCxn id="1177" idx="3"/>
          </p:cNvCxnSpPr>
          <p:nvPr/>
        </p:nvCxnSpPr>
        <p:spPr>
          <a:xfrm rot="16200000" flipV="1">
            <a:off x="2476117" y="840646"/>
            <a:ext cx="14120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Arrow Connector 1198">
            <a:extLst>
              <a:ext uri="{FF2B5EF4-FFF2-40B4-BE49-F238E27FC236}">
                <a16:creationId xmlns:a16="http://schemas.microsoft.com/office/drawing/2014/main" id="{50B93E40-4E6D-7E47-81C5-B4B8944CC1F4}"/>
              </a:ext>
            </a:extLst>
          </p:cNvPr>
          <p:cNvCxnSpPr>
            <a:stCxn id="1161" idx="0"/>
            <a:endCxn id="1177" idx="2"/>
          </p:cNvCxnSpPr>
          <p:nvPr/>
        </p:nvCxnSpPr>
        <p:spPr>
          <a:xfrm flipV="1">
            <a:off x="2147645" y="1004731"/>
            <a:ext cx="0" cy="277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B9D1D772-D406-15AC-26F8-594D5D9063A3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85698985-B808-9B5F-4D04-4707A44F3A0C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C20429A9-7882-EC97-48BE-6E31863C5049}"/>
              </a:ext>
            </a:extLst>
          </p:cNvPr>
          <p:cNvSpPr/>
          <p:nvPr/>
        </p:nvSpPr>
        <p:spPr>
          <a:xfrm>
            <a:off x="2769918" y="59406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BA102785-5651-5345-4612-4EE7A771C654}"/>
              </a:ext>
            </a:extLst>
          </p:cNvPr>
          <p:cNvCxnSpPr>
            <a:cxnSpLocks/>
            <a:stCxn id="1272" idx="2"/>
            <a:endCxn id="1177" idx="3"/>
          </p:cNvCxnSpPr>
          <p:nvPr/>
        </p:nvCxnSpPr>
        <p:spPr>
          <a:xfrm rot="10800000" flipV="1">
            <a:off x="2396760" y="703134"/>
            <a:ext cx="373159" cy="216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A4321930-C574-EFEE-E36C-47E45754E36F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EF018D55-17BD-87E5-7EDA-A42843A3EC15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261E50BB-C6E4-2F40-3B7B-BF1C149B87CF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F8920091-1412-E039-A74C-2F2BFDFFC74F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969042F0-6207-9C41-A99E-E58B526F9C4E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C19E8D23-C296-D0B8-9797-FCBE96938AA5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06C27CE-6DB2-7437-32A3-95A92316529E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E0685329-767F-2AFD-9BA0-F1D5541091AA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6A7AB112-C205-97EC-9664-DE5A9DB503FF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93516882-53B8-DD1C-AAE3-D8DF317511F3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61ED9B17-827E-7B89-15FF-5B349A3340CA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098BE25C-9ED2-122A-A7A2-3D6375FFF815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3B1B43E1-6349-6B9D-0C0A-F1FC61A7B2A1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9C23685D-4456-86AA-BF6C-2C07F878D101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D92F1D62-EEA6-4AA2-C7CD-3E1411C76CF4}"/>
              </a:ext>
            </a:extLst>
          </p:cNvPr>
          <p:cNvSpPr/>
          <p:nvPr/>
        </p:nvSpPr>
        <p:spPr>
          <a:xfrm>
            <a:off x="7535566" y="1818651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55" name="Straight Arrow Connector 1154">
            <a:extLst>
              <a:ext uri="{FF2B5EF4-FFF2-40B4-BE49-F238E27FC236}">
                <a16:creationId xmlns:a16="http://schemas.microsoft.com/office/drawing/2014/main" id="{EA9ED6C6-845D-4B17-3D05-C780F3D74C3D}"/>
              </a:ext>
            </a:extLst>
          </p:cNvPr>
          <p:cNvCxnSpPr>
            <a:stCxn id="1125" idx="0"/>
            <a:endCxn id="1151" idx="2"/>
          </p:cNvCxnSpPr>
          <p:nvPr/>
        </p:nvCxnSpPr>
        <p:spPr>
          <a:xfrm flipV="1">
            <a:off x="7784680" y="1988104"/>
            <a:ext cx="0" cy="63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A6EBD021-D81E-6A91-5047-28D27537C2CA}"/>
              </a:ext>
            </a:extLst>
          </p:cNvPr>
          <p:cNvSpPr/>
          <p:nvPr/>
        </p:nvSpPr>
        <p:spPr>
          <a:xfrm>
            <a:off x="7535566" y="150987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9" name="Straight Arrow Connector 1168">
            <a:extLst>
              <a:ext uri="{FF2B5EF4-FFF2-40B4-BE49-F238E27FC236}">
                <a16:creationId xmlns:a16="http://schemas.microsoft.com/office/drawing/2014/main" id="{5B7E1C91-09CB-C0B0-A4F9-F4B0D99E4F8B}"/>
              </a:ext>
            </a:extLst>
          </p:cNvPr>
          <p:cNvCxnSpPr>
            <a:stCxn id="1151" idx="0"/>
            <a:endCxn id="1165" idx="2"/>
          </p:cNvCxnSpPr>
          <p:nvPr/>
        </p:nvCxnSpPr>
        <p:spPr>
          <a:xfrm flipV="1">
            <a:off x="7784680" y="1679328"/>
            <a:ext cx="0" cy="139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55DAB73F-71A1-1499-C05D-2A29DCBEE7ED}"/>
              </a:ext>
            </a:extLst>
          </p:cNvPr>
          <p:cNvSpPr/>
          <p:nvPr/>
        </p:nvSpPr>
        <p:spPr>
          <a:xfrm>
            <a:off x="8084599" y="1283067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c13</a:t>
            </a:r>
          </a:p>
        </p:txBody>
      </p:sp>
      <p:cxnSp>
        <p:nvCxnSpPr>
          <p:cNvPr id="1175" name="Straight Arrow Connector 1174">
            <a:extLst>
              <a:ext uri="{FF2B5EF4-FFF2-40B4-BE49-F238E27FC236}">
                <a16:creationId xmlns:a16="http://schemas.microsoft.com/office/drawing/2014/main" id="{54C3F3FD-9C2E-60C3-7262-282F8C94B31D}"/>
              </a:ext>
            </a:extLst>
          </p:cNvPr>
          <p:cNvCxnSpPr>
            <a:stCxn id="1132" idx="0"/>
            <a:endCxn id="1173" idx="2"/>
          </p:cNvCxnSpPr>
          <p:nvPr/>
        </p:nvCxnSpPr>
        <p:spPr>
          <a:xfrm flipV="1">
            <a:off x="8333713" y="1452520"/>
            <a:ext cx="0" cy="606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4085BF81-AB23-8146-EA64-1B2B8D052A20}"/>
              </a:ext>
            </a:extLst>
          </p:cNvPr>
          <p:cNvSpPr/>
          <p:nvPr/>
        </p:nvSpPr>
        <p:spPr>
          <a:xfrm>
            <a:off x="7535566" y="104334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90" name="Straight Arrow Connector 1189">
            <a:extLst>
              <a:ext uri="{FF2B5EF4-FFF2-40B4-BE49-F238E27FC236}">
                <a16:creationId xmlns:a16="http://schemas.microsoft.com/office/drawing/2014/main" id="{AA87017F-7AA9-CCB8-5AE3-C57475DFA304}"/>
              </a:ext>
            </a:extLst>
          </p:cNvPr>
          <p:cNvCxnSpPr>
            <a:stCxn id="1165" idx="0"/>
            <a:endCxn id="1188" idx="2"/>
          </p:cNvCxnSpPr>
          <p:nvPr/>
        </p:nvCxnSpPr>
        <p:spPr>
          <a:xfrm flipV="1">
            <a:off x="7784680" y="1212798"/>
            <a:ext cx="0" cy="297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6F159FF5-15E5-E67F-A67D-9B648492F2F7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3BACF5D9-825F-435F-097D-E384ABACF3C3}"/>
              </a:ext>
            </a:extLst>
          </p:cNvPr>
          <p:cNvSpPr/>
          <p:nvPr/>
        </p:nvSpPr>
        <p:spPr>
          <a:xfrm>
            <a:off x="8725057" y="99749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537E7717-117F-D0F7-0B82-B506E0409398}"/>
              </a:ext>
            </a:extLst>
          </p:cNvPr>
          <p:cNvSpPr/>
          <p:nvPr/>
        </p:nvSpPr>
        <p:spPr>
          <a:xfrm>
            <a:off x="8861082" y="130363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1F11A001-ED74-011B-3484-62BA6C9E43E7}"/>
              </a:ext>
            </a:extLst>
          </p:cNvPr>
          <p:cNvCxnSpPr>
            <a:cxnSpLocks/>
            <a:stCxn id="1289" idx="2"/>
            <a:endCxn id="1173" idx="3"/>
          </p:cNvCxnSpPr>
          <p:nvPr/>
        </p:nvCxnSpPr>
        <p:spPr>
          <a:xfrm rot="10800000">
            <a:off x="8582828" y="1367795"/>
            <a:ext cx="278255" cy="44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C9D13CE-B27B-FE73-6E41-857821EDD178}"/>
              </a:ext>
            </a:extLst>
          </p:cNvPr>
          <p:cNvCxnSpPr>
            <a:cxnSpLocks/>
          </p:cNvCxnSpPr>
          <p:nvPr/>
        </p:nvCxnSpPr>
        <p:spPr>
          <a:xfrm flipV="1">
            <a:off x="5279539" y="1894735"/>
            <a:ext cx="1014665" cy="975465"/>
          </a:xfrm>
          <a:prstGeom prst="straightConnector1">
            <a:avLst/>
          </a:prstGeom>
          <a:ln w="6350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F6D34E-C416-BDD8-5BC9-97732DF99243}"/>
              </a:ext>
            </a:extLst>
          </p:cNvPr>
          <p:cNvCxnSpPr>
            <a:cxnSpLocks/>
          </p:cNvCxnSpPr>
          <p:nvPr/>
        </p:nvCxnSpPr>
        <p:spPr>
          <a:xfrm>
            <a:off x="3159340" y="2570480"/>
            <a:ext cx="813220" cy="599440"/>
          </a:xfrm>
          <a:prstGeom prst="straightConnector1">
            <a:avLst/>
          </a:prstGeom>
          <a:ln w="6350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E48D493-017B-F61B-8BA1-30CF3AAE439B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0377BC3-C520-3048-8AAC-3086A7846A15}"/>
              </a:ext>
            </a:extLst>
          </p:cNvPr>
          <p:cNvCxnSpPr>
            <a:cxnSpLocks/>
            <a:stCxn id="4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685467F-8A0D-980F-6E83-2B858D1C9B21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209758-2882-76E0-548A-09B2D4FD080C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F72B0F-3C8A-83A2-88F8-32C672B98A50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7F08E-5952-83D3-3287-24A2697081E2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6CD09-424C-DFD5-737C-166DBAB315C0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46143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4407-E09E-46CE-525A-BD3DB10E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054DB111-D12D-EB61-D232-EDBE677E4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D5184807-62C9-808D-D717-A5D3D2816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3C6EB34A-E8DC-2067-EAC9-7DA3EBD64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02AFA617-97B5-F719-0773-54A5822E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2825EFE7-C02A-D4C8-14F1-B1203A729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D823B21A-816D-37C4-56EA-469812B0432F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E1B03061-C257-0875-DA80-362692649AF7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C1BAD63A-B861-4CF4-FA77-94D1BAE30AC3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4ED2F3AC-80AC-3D2B-96CB-B29CEB53CD24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D836F7EF-8B63-7E54-969E-DA9A07D843AD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E034BEEF-61CE-344C-A0F4-12A0DB6A93F3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F0844618-701E-8AE5-9338-4BAA28ED7C52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97EB9E72-B813-AD2C-AC4D-F6F906E1838D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C97C6CF2-341F-CD5C-ADB4-52E1EB0694E4}"/>
              </a:ext>
            </a:extLst>
          </p:cNvPr>
          <p:cNvCxnSpPr>
            <a:cxnSpLocks/>
            <a:stCxn id="1273" idx="2"/>
            <a:endCxn id="1188" idx="3"/>
          </p:cNvCxnSpPr>
          <p:nvPr/>
        </p:nvCxnSpPr>
        <p:spPr>
          <a:xfrm rot="10800000" flipV="1">
            <a:off x="8033795" y="1096403"/>
            <a:ext cx="863983" cy="31667"/>
          </a:xfrm>
          <a:prstGeom prst="bentConnector3">
            <a:avLst>
              <a:gd name="adj1" fmla="val 782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713B444-8AF7-D5FB-16EF-16DDCEA484BD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A8BC5823-1C0C-4FF0-E076-BEF206AB171D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303169C5-B276-9C71-9BC4-027F59B532B7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4CFBE79E-EC82-111A-A65B-8E9AD90B6574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857E6D4A-C35E-305B-851E-EF822E3ADC77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0E19720D-DFB2-CB87-CB90-E486558F0FB9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62B7D04C-D4F4-A6D4-BA19-BF9AC7803EFA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DB1D69F5-D042-3DB4-584B-EC38AC81CD6F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7A71C37A-DA20-E63D-E6AE-D150B9BBA25F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3D908842-CD37-BA63-36C8-4902BF36E198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0E82A86E-4D90-0A95-9C2D-CC4479965496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7FBD40F6-6F11-D0E7-848A-E39FC19F6F0C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69F83B04-8344-8665-ACED-922E8709A571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FF6EA7D5-196B-1819-5CFC-41ABDDCBC8F5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E20F63FE-36A4-15B7-246A-B2C8E73C8B39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CAFB1F07-9FF0-B528-BC5B-3D60130CCD64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871EC80F-D783-5ED3-1597-8F20F98E14AA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18908918-36EE-CE6D-9595-EA763DBD0095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CF47CF44-0EEB-0CF7-1D8B-CCFBAF4AEA60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D6C95AE-B7F8-1C32-151C-500E38F697DD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DF4739-6221-7526-B08B-D094F2D39270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1DFBB4-FD9C-5782-B4E2-33FE53CA0A7E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907AF1-7312-E3F0-6678-A4D7A2220F8C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9F236B-DA94-3643-AD93-66DEA6E4CA38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1735EF-1F4F-0790-E3EE-1D003457DB69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9E93AD8-EE91-B3A0-13CA-E02B2E2DEE63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3056473-F141-01A6-D766-23D29889C807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2717423-B200-C13D-1426-1F32EF581D8F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A4589ED-AD61-BAF3-71E0-669B6F4E4FD4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2634BA37-2F99-8EDE-F06E-C5DF079C74C7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6F260E77-3C36-EEA5-B323-B985C07339B2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1A55395C-2E26-760E-A255-EB96E8AD59B3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6AC96BE9-81EA-7517-ED67-448BA53C719C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768E2916-571D-C32A-F3AD-BE72DB5BB917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7E61136D-FEBC-E5D7-B371-DC12BB50AF3E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AF7D5A86-1D41-E6C1-4153-0729BF964834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027CB345-217B-CEE4-32DD-18E1FD508738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5FF6CA78-5568-3F91-1EC9-382A3BD81007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410F70B6-C5D3-BF75-F1DC-8127658F4A0B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B875DBFE-7D6D-A243-B2C1-8E4419245058}"/>
              </a:ext>
            </a:extLst>
          </p:cNvPr>
          <p:cNvSpPr/>
          <p:nvPr/>
        </p:nvSpPr>
        <p:spPr>
          <a:xfrm>
            <a:off x="1898531" y="83527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79" name="Connector: Elbow 1178">
            <a:extLst>
              <a:ext uri="{FF2B5EF4-FFF2-40B4-BE49-F238E27FC236}">
                <a16:creationId xmlns:a16="http://schemas.microsoft.com/office/drawing/2014/main" id="{E0365B1C-DC90-9F91-09C3-886B2AA72537}"/>
              </a:ext>
            </a:extLst>
          </p:cNvPr>
          <p:cNvCxnSpPr>
            <a:stCxn id="1170" idx="0"/>
            <a:endCxn id="1177" idx="3"/>
          </p:cNvCxnSpPr>
          <p:nvPr/>
        </p:nvCxnSpPr>
        <p:spPr>
          <a:xfrm rot="16200000" flipV="1">
            <a:off x="2476117" y="840646"/>
            <a:ext cx="14120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Arrow Connector 1198">
            <a:extLst>
              <a:ext uri="{FF2B5EF4-FFF2-40B4-BE49-F238E27FC236}">
                <a16:creationId xmlns:a16="http://schemas.microsoft.com/office/drawing/2014/main" id="{DE91FFE4-B78E-7EF1-20C9-215FEC7F59E1}"/>
              </a:ext>
            </a:extLst>
          </p:cNvPr>
          <p:cNvCxnSpPr>
            <a:stCxn id="1161" idx="0"/>
            <a:endCxn id="1177" idx="2"/>
          </p:cNvCxnSpPr>
          <p:nvPr/>
        </p:nvCxnSpPr>
        <p:spPr>
          <a:xfrm flipV="1">
            <a:off x="2147645" y="1004731"/>
            <a:ext cx="0" cy="277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EF57E1F2-5DE0-F69E-4CE8-063E5D560DFA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2E96A254-B2AC-6862-2BC1-892597747D2D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69447B06-638C-D73B-4AD5-03361627504B}"/>
              </a:ext>
            </a:extLst>
          </p:cNvPr>
          <p:cNvSpPr/>
          <p:nvPr/>
        </p:nvSpPr>
        <p:spPr>
          <a:xfrm>
            <a:off x="2769918" y="59406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1E98168D-3A77-25AC-FD06-80F2E350C5D6}"/>
              </a:ext>
            </a:extLst>
          </p:cNvPr>
          <p:cNvCxnSpPr>
            <a:cxnSpLocks/>
            <a:stCxn id="1272" idx="2"/>
            <a:endCxn id="1177" idx="3"/>
          </p:cNvCxnSpPr>
          <p:nvPr/>
        </p:nvCxnSpPr>
        <p:spPr>
          <a:xfrm rot="10800000" flipV="1">
            <a:off x="2396760" y="703134"/>
            <a:ext cx="373159" cy="216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818425CC-1A75-F61C-85C5-D06B7B5D7A5A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188FC261-6F27-34B4-D00B-66126DB81414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5FD1667-7DA5-62C6-8677-640EFACAA654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ADFFEE7D-0E84-7A13-7811-110BC1D710CA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1597DFE-90E6-83A4-AC50-1DDE01865067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ACCB9DE8-E7A1-9270-8870-EB1FA6266EA1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1E1EA012-A303-91A8-8BC9-18E0D338C8A3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BB4A7013-6E2A-3389-978A-CA7773F4B363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74E6C655-21FB-425E-7E52-228791741963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A2E3E348-A736-FCCE-76C0-39FA8B56C54F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3ED3B6A5-CB89-6CD4-AD77-5BC0411EB0FA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2994E503-BDE0-69C1-760D-3D8C747D0408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0CA57A73-CEB5-7715-3A77-8ADD5F61AAAC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11416AD4-A36B-594A-F687-053667237248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9DFC4455-4D6F-EEFF-8202-295165BEC5B7}"/>
              </a:ext>
            </a:extLst>
          </p:cNvPr>
          <p:cNvSpPr/>
          <p:nvPr/>
        </p:nvSpPr>
        <p:spPr>
          <a:xfrm>
            <a:off x="7535566" y="1818651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55" name="Straight Arrow Connector 1154">
            <a:extLst>
              <a:ext uri="{FF2B5EF4-FFF2-40B4-BE49-F238E27FC236}">
                <a16:creationId xmlns:a16="http://schemas.microsoft.com/office/drawing/2014/main" id="{68DB8824-E937-93A4-0922-6F65ABB795A1}"/>
              </a:ext>
            </a:extLst>
          </p:cNvPr>
          <p:cNvCxnSpPr>
            <a:stCxn id="1125" idx="0"/>
            <a:endCxn id="1151" idx="2"/>
          </p:cNvCxnSpPr>
          <p:nvPr/>
        </p:nvCxnSpPr>
        <p:spPr>
          <a:xfrm flipV="1">
            <a:off x="7784680" y="1988104"/>
            <a:ext cx="0" cy="63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300E7FF2-8933-95BC-97FF-C9A8C0502516}"/>
              </a:ext>
            </a:extLst>
          </p:cNvPr>
          <p:cNvSpPr/>
          <p:nvPr/>
        </p:nvSpPr>
        <p:spPr>
          <a:xfrm>
            <a:off x="7535566" y="150987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9" name="Straight Arrow Connector 1168">
            <a:extLst>
              <a:ext uri="{FF2B5EF4-FFF2-40B4-BE49-F238E27FC236}">
                <a16:creationId xmlns:a16="http://schemas.microsoft.com/office/drawing/2014/main" id="{A8CECBEF-A2A1-44D4-F911-929ACA9B6006}"/>
              </a:ext>
            </a:extLst>
          </p:cNvPr>
          <p:cNvCxnSpPr>
            <a:stCxn id="1151" idx="0"/>
            <a:endCxn id="1165" idx="2"/>
          </p:cNvCxnSpPr>
          <p:nvPr/>
        </p:nvCxnSpPr>
        <p:spPr>
          <a:xfrm flipV="1">
            <a:off x="7784680" y="1679328"/>
            <a:ext cx="0" cy="139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9D037A7B-0252-AD37-9DFF-4978AE42D7B6}"/>
              </a:ext>
            </a:extLst>
          </p:cNvPr>
          <p:cNvSpPr/>
          <p:nvPr/>
        </p:nvSpPr>
        <p:spPr>
          <a:xfrm>
            <a:off x="8084599" y="1283067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c13</a:t>
            </a:r>
          </a:p>
        </p:txBody>
      </p:sp>
      <p:cxnSp>
        <p:nvCxnSpPr>
          <p:cNvPr id="1175" name="Straight Arrow Connector 1174">
            <a:extLst>
              <a:ext uri="{FF2B5EF4-FFF2-40B4-BE49-F238E27FC236}">
                <a16:creationId xmlns:a16="http://schemas.microsoft.com/office/drawing/2014/main" id="{58D06B0F-F093-FB2E-79E5-59036929BF38}"/>
              </a:ext>
            </a:extLst>
          </p:cNvPr>
          <p:cNvCxnSpPr>
            <a:stCxn id="1132" idx="0"/>
            <a:endCxn id="1173" idx="2"/>
          </p:cNvCxnSpPr>
          <p:nvPr/>
        </p:nvCxnSpPr>
        <p:spPr>
          <a:xfrm flipV="1">
            <a:off x="8333713" y="1452520"/>
            <a:ext cx="0" cy="606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7FB62E65-0E0E-1923-0E92-427DED833CDD}"/>
              </a:ext>
            </a:extLst>
          </p:cNvPr>
          <p:cNvSpPr/>
          <p:nvPr/>
        </p:nvSpPr>
        <p:spPr>
          <a:xfrm>
            <a:off x="7535566" y="104334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90" name="Straight Arrow Connector 1189">
            <a:extLst>
              <a:ext uri="{FF2B5EF4-FFF2-40B4-BE49-F238E27FC236}">
                <a16:creationId xmlns:a16="http://schemas.microsoft.com/office/drawing/2014/main" id="{1829BE26-67F5-CE6E-212A-886000AFFDB3}"/>
              </a:ext>
            </a:extLst>
          </p:cNvPr>
          <p:cNvCxnSpPr>
            <a:stCxn id="1165" idx="0"/>
            <a:endCxn id="1188" idx="2"/>
          </p:cNvCxnSpPr>
          <p:nvPr/>
        </p:nvCxnSpPr>
        <p:spPr>
          <a:xfrm flipV="1">
            <a:off x="7784680" y="1212798"/>
            <a:ext cx="0" cy="297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B768983A-CCAE-32DF-A3CA-DE64892A640D}"/>
              </a:ext>
            </a:extLst>
          </p:cNvPr>
          <p:cNvSpPr/>
          <p:nvPr/>
        </p:nvSpPr>
        <p:spPr>
          <a:xfrm>
            <a:off x="8084599" y="836436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c15</a:t>
            </a:r>
          </a:p>
        </p:txBody>
      </p:sp>
      <p:cxnSp>
        <p:nvCxnSpPr>
          <p:cNvPr id="1195" name="Connector: Elbow 1194">
            <a:extLst>
              <a:ext uri="{FF2B5EF4-FFF2-40B4-BE49-F238E27FC236}">
                <a16:creationId xmlns:a16="http://schemas.microsoft.com/office/drawing/2014/main" id="{5DDDF5F3-C8EA-A505-A74E-14AA6D066A69}"/>
              </a:ext>
            </a:extLst>
          </p:cNvPr>
          <p:cNvCxnSpPr>
            <a:stCxn id="1188" idx="0"/>
            <a:endCxn id="1191" idx="1"/>
          </p:cNvCxnSpPr>
          <p:nvPr/>
        </p:nvCxnSpPr>
        <p:spPr>
          <a:xfrm rot="5400000" flipH="1" flipV="1">
            <a:off x="7873549" y="832294"/>
            <a:ext cx="122181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Arrow Connector 1196">
            <a:extLst>
              <a:ext uri="{FF2B5EF4-FFF2-40B4-BE49-F238E27FC236}">
                <a16:creationId xmlns:a16="http://schemas.microsoft.com/office/drawing/2014/main" id="{FFF9C50E-B8AE-FE2A-5778-EC0FBA7E4C6C}"/>
              </a:ext>
            </a:extLst>
          </p:cNvPr>
          <p:cNvCxnSpPr>
            <a:stCxn id="1173" idx="0"/>
            <a:endCxn id="1191" idx="2"/>
          </p:cNvCxnSpPr>
          <p:nvPr/>
        </p:nvCxnSpPr>
        <p:spPr>
          <a:xfrm flipV="1">
            <a:off x="8333713" y="1005889"/>
            <a:ext cx="0" cy="27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4C1B2D53-F26A-F9F4-AB46-3303E5A9B4E8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C3845CFC-EE4B-4252-A615-D17355F2214A}"/>
              </a:ext>
            </a:extLst>
          </p:cNvPr>
          <p:cNvSpPr/>
          <p:nvPr/>
        </p:nvSpPr>
        <p:spPr>
          <a:xfrm>
            <a:off x="8897777" y="98733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5ED9CB5B-3FED-FC29-D25D-1BE44172F553}"/>
              </a:ext>
            </a:extLst>
          </p:cNvPr>
          <p:cNvSpPr/>
          <p:nvPr/>
        </p:nvSpPr>
        <p:spPr>
          <a:xfrm>
            <a:off x="8861082" y="7143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FCCE27B6-43E1-B0D6-BB3A-B5C5E67ECE4C}"/>
              </a:ext>
            </a:extLst>
          </p:cNvPr>
          <p:cNvCxnSpPr>
            <a:stCxn id="1289" idx="2"/>
            <a:endCxn id="1191" idx="3"/>
          </p:cNvCxnSpPr>
          <p:nvPr/>
        </p:nvCxnSpPr>
        <p:spPr>
          <a:xfrm rot="10800000" flipV="1">
            <a:off x="8582828" y="823431"/>
            <a:ext cx="278255" cy="977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CCA3301-57F6-E493-4729-9B0CC60727C8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5D9E521-2277-619D-B4BA-8946F86DA32A}"/>
              </a:ext>
            </a:extLst>
          </p:cNvPr>
          <p:cNvCxnSpPr>
            <a:cxnSpLocks/>
            <a:stCxn id="2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095311B-54B7-DC86-9287-EFDB652F648F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519255-19B1-F418-6A83-38F1144FFCA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B30ACD-B7F9-B32E-46B3-91F04E5D2BB2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3127F-78F1-D824-E86C-0820DA4A0744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08154-94E3-7E50-91F4-CE1436BD4746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8713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C4A6-3488-F926-F0FA-5E5F96D6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161C4AB4-02DD-74B1-587B-942225ADD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30D38DCC-817F-2F37-3403-38CD916D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9A99600C-0E62-A23C-04D9-068581CE3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00757FFD-3FB3-4B15-8505-9BD2ED34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2FCE2397-B12D-DE59-A862-C9CB29168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A2680D47-445C-9CC1-5510-3A41F0CD7A2E}"/>
              </a:ext>
            </a:extLst>
          </p:cNvPr>
          <p:cNvCxnSpPr>
            <a:cxnSpLocks/>
            <a:stCxn id="1257" idx="2"/>
            <a:endCxn id="1126" idx="3"/>
          </p:cNvCxnSpPr>
          <p:nvPr/>
        </p:nvCxnSpPr>
        <p:spPr>
          <a:xfrm rot="10800000" flipV="1">
            <a:off x="7470053" y="2359878"/>
            <a:ext cx="1175706" cy="84467"/>
          </a:xfrm>
          <a:prstGeom prst="bentConnector3">
            <a:avLst>
              <a:gd name="adj1" fmla="val 837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AF0E8A56-9A25-27B7-FA08-247676E997D0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19DF1A75-0C5E-5853-103B-582FE4A4BDD2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92D825BA-7087-23A0-26EA-EA1454951D20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5E1B5193-0640-668E-CFA3-EB60649F2EDB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EF14C1F9-6779-F2EA-9901-6F4151E2E8E9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DB4DE90B-5CB2-E7C6-71B9-66A7557FF7F9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2D128AF1-8F00-32B6-72FE-E4181F17B60F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71B861A9-90B3-B85C-9EA0-FE099982564B}"/>
              </a:ext>
            </a:extLst>
          </p:cNvPr>
          <p:cNvCxnSpPr>
            <a:stCxn id="1273" idx="2"/>
            <a:endCxn id="1200" idx="3"/>
          </p:cNvCxnSpPr>
          <p:nvPr/>
        </p:nvCxnSpPr>
        <p:spPr>
          <a:xfrm rot="10800000" flipV="1">
            <a:off x="8033795" y="484724"/>
            <a:ext cx="396623" cy="2115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E25F9766-61E1-9B54-F026-3DC961BD2AE2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C331D7CD-431A-4BBF-312A-8BD0EB247941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66371160-D931-3D5F-1FC5-6A04E0232D45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22B23392-9F84-4DA6-80C1-6A27941089D9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8E3618EC-C1DD-14D0-C120-C7D9CCC8E1D2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977CC44C-36AD-C55A-7273-0D326026E3FD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778030A2-5EE2-09C7-23CA-2BF1367E325D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86F2D66F-C4C5-FEAC-0144-5197F903BAB3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068E5B0A-290E-6374-274D-7FBF1352F301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B72F901C-1A39-6053-6150-B1B116029B30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C8245681-C8D3-96E1-4322-CD1CD0061E54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F4E49513-13DF-C6CE-FCF6-11560D2A6440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F7434229-CB7F-4F3A-A204-7F4398EEFDA2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D88D8EF3-178B-C0A8-3115-CBC7CB7DDDC9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22C5A824-D7E2-67EA-125E-7E22420223D2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EDF7644F-68DD-DA55-E0BC-221853353B5D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249CD7A7-3AB2-B3DA-E55B-F514D5708883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E5939A2C-1486-BA10-42E8-8694FDECCFB5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531E82A4-B88E-5322-3A80-38E7F504B2DA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850A472-F89F-2AD1-A274-A3DEBD9BA744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F71007-732C-0963-8F3A-62603FB201B0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72474B-8924-61CA-7539-CBFB1E511614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1B90BD-BC59-2AE5-6758-AEB7AD570989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C6D963-3A98-CD6A-1CA8-A7EDFDB23851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B33283-2320-355D-01FB-7A6590DDBB39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A479AEB-85FA-7ED5-70D1-BC2E7012A048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DD467B-F2F5-CAF1-1FC7-BE6F862AE5E2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2E48760-DBD1-7C33-9BC5-220569E6B438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F4D52B-1C79-A9F2-6AC3-F653C5B3AFE3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CE1E9305-5516-39BD-C875-657B9643052D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CE8269CE-C356-36B7-17CA-24A6D2DDCD92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095862F9-4E5A-6BF9-66E8-ABF3437EE897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18BA954B-E49E-6A4A-93EB-90F287E550EC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D46B9475-3748-0FF3-6EAE-16BC9D59F74C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F20836F6-DD20-F559-3ECF-56628FDBE9C9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7DC5157F-BFE6-30AC-FBE6-4D5955C032D1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8FC99590-B9B8-EAF9-9C98-58AE5FEC2C1D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2C99F0FD-1620-4C67-DA5A-25D7D26355EA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1BE266A1-446E-8272-B49D-9E27307738CF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A27F6E77-8DB3-B2F4-CC7F-F3D25F57A94A}"/>
              </a:ext>
            </a:extLst>
          </p:cNvPr>
          <p:cNvSpPr/>
          <p:nvPr/>
        </p:nvSpPr>
        <p:spPr>
          <a:xfrm>
            <a:off x="1898531" y="83527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79" name="Connector: Elbow 1178">
            <a:extLst>
              <a:ext uri="{FF2B5EF4-FFF2-40B4-BE49-F238E27FC236}">
                <a16:creationId xmlns:a16="http://schemas.microsoft.com/office/drawing/2014/main" id="{098658D2-38C8-5FA8-1E33-5D5B3899D5F8}"/>
              </a:ext>
            </a:extLst>
          </p:cNvPr>
          <p:cNvCxnSpPr>
            <a:stCxn id="1170" idx="0"/>
            <a:endCxn id="1177" idx="3"/>
          </p:cNvCxnSpPr>
          <p:nvPr/>
        </p:nvCxnSpPr>
        <p:spPr>
          <a:xfrm rot="16200000" flipV="1">
            <a:off x="2476117" y="840646"/>
            <a:ext cx="14120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Arrow Connector 1198">
            <a:extLst>
              <a:ext uri="{FF2B5EF4-FFF2-40B4-BE49-F238E27FC236}">
                <a16:creationId xmlns:a16="http://schemas.microsoft.com/office/drawing/2014/main" id="{6FF4F4CB-B516-3E29-EF90-987D9B5807DA}"/>
              </a:ext>
            </a:extLst>
          </p:cNvPr>
          <p:cNvCxnSpPr>
            <a:stCxn id="1161" idx="0"/>
            <a:endCxn id="1177" idx="2"/>
          </p:cNvCxnSpPr>
          <p:nvPr/>
        </p:nvCxnSpPr>
        <p:spPr>
          <a:xfrm flipV="1">
            <a:off x="2147645" y="1004731"/>
            <a:ext cx="0" cy="277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46F99D7B-5E3F-1F68-8F46-72262335DFCA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787A0600-965B-7908-8BB8-20CC3D2A8330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Oval 1271">
            <a:extLst>
              <a:ext uri="{FF2B5EF4-FFF2-40B4-BE49-F238E27FC236}">
                <a16:creationId xmlns:a16="http://schemas.microsoft.com/office/drawing/2014/main" id="{76CB8F28-EF08-DAA5-5A22-2173815B96F7}"/>
              </a:ext>
            </a:extLst>
          </p:cNvPr>
          <p:cNvSpPr/>
          <p:nvPr/>
        </p:nvSpPr>
        <p:spPr>
          <a:xfrm>
            <a:off x="2769918" y="59406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1280" name="Connector: Elbow 1279">
            <a:extLst>
              <a:ext uri="{FF2B5EF4-FFF2-40B4-BE49-F238E27FC236}">
                <a16:creationId xmlns:a16="http://schemas.microsoft.com/office/drawing/2014/main" id="{A2F3926E-7247-F1FC-7053-CD55AE80CA37}"/>
              </a:ext>
            </a:extLst>
          </p:cNvPr>
          <p:cNvCxnSpPr>
            <a:cxnSpLocks/>
            <a:stCxn id="1272" idx="2"/>
            <a:endCxn id="1177" idx="3"/>
          </p:cNvCxnSpPr>
          <p:nvPr/>
        </p:nvCxnSpPr>
        <p:spPr>
          <a:xfrm rot="10800000" flipV="1">
            <a:off x="2396760" y="703134"/>
            <a:ext cx="373159" cy="216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1F2D36D2-7161-A9CC-C40D-9522457CB0F2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FEDB6D29-FAE2-9503-2EB5-CEA4B7006E79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8C31940D-A7F7-11C0-D7CF-0227C6730BE8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F1E3553-04A2-EC49-633D-D09E692023E9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5EECF40F-8699-1C8B-D308-F64D00BFE719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EB377C8-EA58-8F84-D18E-34F1DDC1C925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F88BA622-E4DD-E0F5-7B3C-161B1B06D525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E5CA4D86-46BB-E65D-0C37-C8C7C376975B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42A3151A-38A6-AB82-BA51-D7D7C3C05D6A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C8692038-4A9E-A245-CCC7-7C021524A2B0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C4023209-650A-47E1-9556-F1F6CAE4D3EB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ABA0FA6F-FDE1-0951-8DBD-8B15FBAEA2DB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A5D67908-2DF1-AD6D-7AAF-71C626ECCC5E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E6AE09E9-808B-A6FA-67F1-D4D542FFBD80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DD377F53-8507-AF50-0822-EF4B9EAE9C19}"/>
              </a:ext>
            </a:extLst>
          </p:cNvPr>
          <p:cNvSpPr/>
          <p:nvPr/>
        </p:nvSpPr>
        <p:spPr>
          <a:xfrm>
            <a:off x="7535566" y="1818651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55" name="Straight Arrow Connector 1154">
            <a:extLst>
              <a:ext uri="{FF2B5EF4-FFF2-40B4-BE49-F238E27FC236}">
                <a16:creationId xmlns:a16="http://schemas.microsoft.com/office/drawing/2014/main" id="{7DABD74A-0F21-AFD2-6B8A-7C9325850EDA}"/>
              </a:ext>
            </a:extLst>
          </p:cNvPr>
          <p:cNvCxnSpPr>
            <a:stCxn id="1125" idx="0"/>
            <a:endCxn id="1151" idx="2"/>
          </p:cNvCxnSpPr>
          <p:nvPr/>
        </p:nvCxnSpPr>
        <p:spPr>
          <a:xfrm flipV="1">
            <a:off x="7784680" y="1988104"/>
            <a:ext cx="0" cy="63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2CF88ECE-15A5-D261-E783-4815B4BD1513}"/>
              </a:ext>
            </a:extLst>
          </p:cNvPr>
          <p:cNvSpPr/>
          <p:nvPr/>
        </p:nvSpPr>
        <p:spPr>
          <a:xfrm>
            <a:off x="7535566" y="150987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9" name="Straight Arrow Connector 1168">
            <a:extLst>
              <a:ext uri="{FF2B5EF4-FFF2-40B4-BE49-F238E27FC236}">
                <a16:creationId xmlns:a16="http://schemas.microsoft.com/office/drawing/2014/main" id="{C21B2986-6776-0894-5C76-2D0D73FCC4A2}"/>
              </a:ext>
            </a:extLst>
          </p:cNvPr>
          <p:cNvCxnSpPr>
            <a:stCxn id="1151" idx="0"/>
            <a:endCxn id="1165" idx="2"/>
          </p:cNvCxnSpPr>
          <p:nvPr/>
        </p:nvCxnSpPr>
        <p:spPr>
          <a:xfrm flipV="1">
            <a:off x="7784680" y="1679328"/>
            <a:ext cx="0" cy="139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F8B26C18-1DF4-187E-95A3-F819648B93DE}"/>
              </a:ext>
            </a:extLst>
          </p:cNvPr>
          <p:cNvSpPr/>
          <p:nvPr/>
        </p:nvSpPr>
        <p:spPr>
          <a:xfrm>
            <a:off x="8084599" y="1283067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c13</a:t>
            </a:r>
          </a:p>
        </p:txBody>
      </p:sp>
      <p:cxnSp>
        <p:nvCxnSpPr>
          <p:cNvPr id="1175" name="Straight Arrow Connector 1174">
            <a:extLst>
              <a:ext uri="{FF2B5EF4-FFF2-40B4-BE49-F238E27FC236}">
                <a16:creationId xmlns:a16="http://schemas.microsoft.com/office/drawing/2014/main" id="{F6953464-3513-47F8-D3FA-15A6034C3AE7}"/>
              </a:ext>
            </a:extLst>
          </p:cNvPr>
          <p:cNvCxnSpPr>
            <a:stCxn id="1132" idx="0"/>
            <a:endCxn id="1173" idx="2"/>
          </p:cNvCxnSpPr>
          <p:nvPr/>
        </p:nvCxnSpPr>
        <p:spPr>
          <a:xfrm flipV="1">
            <a:off x="8333713" y="1452520"/>
            <a:ext cx="0" cy="606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775717A8-03FD-F40D-C548-93072D37EBB3}"/>
              </a:ext>
            </a:extLst>
          </p:cNvPr>
          <p:cNvSpPr/>
          <p:nvPr/>
        </p:nvSpPr>
        <p:spPr>
          <a:xfrm>
            <a:off x="7535566" y="104334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90" name="Straight Arrow Connector 1189">
            <a:extLst>
              <a:ext uri="{FF2B5EF4-FFF2-40B4-BE49-F238E27FC236}">
                <a16:creationId xmlns:a16="http://schemas.microsoft.com/office/drawing/2014/main" id="{DD7D83BF-4942-DB00-5582-53B692E69BB4}"/>
              </a:ext>
            </a:extLst>
          </p:cNvPr>
          <p:cNvCxnSpPr>
            <a:stCxn id="1165" idx="0"/>
            <a:endCxn id="1188" idx="2"/>
          </p:cNvCxnSpPr>
          <p:nvPr/>
        </p:nvCxnSpPr>
        <p:spPr>
          <a:xfrm flipV="1">
            <a:off x="7784680" y="1212798"/>
            <a:ext cx="0" cy="297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594108C8-66AF-CEB9-8E42-05972C87AB35}"/>
              </a:ext>
            </a:extLst>
          </p:cNvPr>
          <p:cNvSpPr/>
          <p:nvPr/>
        </p:nvSpPr>
        <p:spPr>
          <a:xfrm>
            <a:off x="8084599" y="836436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c15</a:t>
            </a:r>
          </a:p>
        </p:txBody>
      </p:sp>
      <p:cxnSp>
        <p:nvCxnSpPr>
          <p:cNvPr id="1195" name="Connector: Elbow 1194">
            <a:extLst>
              <a:ext uri="{FF2B5EF4-FFF2-40B4-BE49-F238E27FC236}">
                <a16:creationId xmlns:a16="http://schemas.microsoft.com/office/drawing/2014/main" id="{5FFE06EA-6880-E41A-4E96-51491BECEEFD}"/>
              </a:ext>
            </a:extLst>
          </p:cNvPr>
          <p:cNvCxnSpPr>
            <a:stCxn id="1188" idx="0"/>
            <a:endCxn id="1191" idx="1"/>
          </p:cNvCxnSpPr>
          <p:nvPr/>
        </p:nvCxnSpPr>
        <p:spPr>
          <a:xfrm rot="5400000" flipH="1" flipV="1">
            <a:off x="7873549" y="832294"/>
            <a:ext cx="122181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Arrow Connector 1196">
            <a:extLst>
              <a:ext uri="{FF2B5EF4-FFF2-40B4-BE49-F238E27FC236}">
                <a16:creationId xmlns:a16="http://schemas.microsoft.com/office/drawing/2014/main" id="{87A2E716-037B-0527-8572-CA0095F3F8AF}"/>
              </a:ext>
            </a:extLst>
          </p:cNvPr>
          <p:cNvCxnSpPr>
            <a:stCxn id="1173" idx="0"/>
            <a:endCxn id="1191" idx="2"/>
          </p:cNvCxnSpPr>
          <p:nvPr/>
        </p:nvCxnSpPr>
        <p:spPr>
          <a:xfrm flipV="1">
            <a:off x="8333713" y="1005889"/>
            <a:ext cx="0" cy="27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F4256679-60BE-A1BD-A87B-0E6126232100}"/>
              </a:ext>
            </a:extLst>
          </p:cNvPr>
          <p:cNvSpPr/>
          <p:nvPr/>
        </p:nvSpPr>
        <p:spPr>
          <a:xfrm>
            <a:off x="7535566" y="611533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c16</a:t>
            </a:r>
          </a:p>
        </p:txBody>
      </p:sp>
      <p:cxnSp>
        <p:nvCxnSpPr>
          <p:cNvPr id="1202" name="Connector: Elbow 1201">
            <a:extLst>
              <a:ext uri="{FF2B5EF4-FFF2-40B4-BE49-F238E27FC236}">
                <a16:creationId xmlns:a16="http://schemas.microsoft.com/office/drawing/2014/main" id="{B805A5B0-DFF7-E0A6-9765-61FE1CC2BFD3}"/>
              </a:ext>
            </a:extLst>
          </p:cNvPr>
          <p:cNvCxnSpPr>
            <a:stCxn id="1191" idx="0"/>
            <a:endCxn id="1200" idx="3"/>
          </p:cNvCxnSpPr>
          <p:nvPr/>
        </p:nvCxnSpPr>
        <p:spPr>
          <a:xfrm rot="16200000" flipV="1">
            <a:off x="8113666" y="616389"/>
            <a:ext cx="140176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Connector 1205">
            <a:extLst>
              <a:ext uri="{FF2B5EF4-FFF2-40B4-BE49-F238E27FC236}">
                <a16:creationId xmlns:a16="http://schemas.microsoft.com/office/drawing/2014/main" id="{C5DF689C-B3A8-45ED-8910-63BC52B89FA9}"/>
              </a:ext>
            </a:extLst>
          </p:cNvPr>
          <p:cNvCxnSpPr>
            <a:stCxn id="1188" idx="0"/>
            <a:endCxn id="1200" idx="2"/>
          </p:cNvCxnSpPr>
          <p:nvPr/>
        </p:nvCxnSpPr>
        <p:spPr>
          <a:xfrm flipV="1">
            <a:off x="7784680" y="780987"/>
            <a:ext cx="0" cy="262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8400420D-ECD2-C1CD-5A7B-3D82134EA8F7}"/>
              </a:ext>
            </a:extLst>
          </p:cNvPr>
          <p:cNvSpPr/>
          <p:nvPr/>
        </p:nvSpPr>
        <p:spPr>
          <a:xfrm>
            <a:off x="8645759" y="2250807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2435329D-1D66-5C5D-AD1D-137A8C9C1ABA}"/>
              </a:ext>
            </a:extLst>
          </p:cNvPr>
          <p:cNvSpPr/>
          <p:nvPr/>
        </p:nvSpPr>
        <p:spPr>
          <a:xfrm>
            <a:off x="8430417" y="37565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E4393C9A-AB4E-9780-C198-DBD50411C4B6}"/>
              </a:ext>
            </a:extLst>
          </p:cNvPr>
          <p:cNvSpPr/>
          <p:nvPr/>
        </p:nvSpPr>
        <p:spPr>
          <a:xfrm>
            <a:off x="8861082" y="7143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2B8420B2-E7FE-A11E-4BBD-9E783C46CFB0}"/>
              </a:ext>
            </a:extLst>
          </p:cNvPr>
          <p:cNvCxnSpPr>
            <a:stCxn id="1289" idx="2"/>
            <a:endCxn id="1191" idx="3"/>
          </p:cNvCxnSpPr>
          <p:nvPr/>
        </p:nvCxnSpPr>
        <p:spPr>
          <a:xfrm rot="10800000" flipV="1">
            <a:off x="8582828" y="823431"/>
            <a:ext cx="278255" cy="977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8D71873-4929-E1C5-7257-021A7E8ACB76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2D55B84-38FE-1A5B-5E7F-B21CD395B443}"/>
              </a:ext>
            </a:extLst>
          </p:cNvPr>
          <p:cNvCxnSpPr>
            <a:cxnSpLocks/>
            <a:stCxn id="2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751E068-68B8-6C96-C797-23A98217023C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85BD53-08F0-FFD8-0A40-5F3A294B80A3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C80D86-A0B8-718A-F92E-A5724EE9954B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DA412-9A0E-368E-664E-2CCE37EC70D6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5658A-665A-E9A1-9F64-0E75C1BE9CA9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2643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BE456-7344-E660-69E4-9C339476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26BC2975-B5C5-161C-D6A1-7DF34C579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FE62E6B-C89A-9B49-D645-AC29EA56A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F782B43C-30E5-9ADC-4F48-3C93A06A2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62955096-DCF5-14FF-E110-3972098F9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283F4CE3-AB37-2296-FDA0-0687E538C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EE0AE55C-C949-1C35-73DB-21A91AF5E651}"/>
              </a:ext>
            </a:extLst>
          </p:cNvPr>
          <p:cNvCxnSpPr>
            <a:stCxn id="1257" idx="2"/>
            <a:endCxn id="1207" idx="3"/>
          </p:cNvCxnSpPr>
          <p:nvPr/>
        </p:nvCxnSpPr>
        <p:spPr>
          <a:xfrm rot="10800000" flipV="1">
            <a:off x="7470054" y="288247"/>
            <a:ext cx="329779" cy="174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3D75CFCB-58C6-DAEB-5A48-FFA695059606}"/>
              </a:ext>
            </a:extLst>
          </p:cNvPr>
          <p:cNvSpPr/>
          <p:nvPr/>
        </p:nvSpPr>
        <p:spPr>
          <a:xfrm>
            <a:off x="7436168" y="577340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09D7FFC7-613D-C37D-0B7B-693BB7C9EC3A}"/>
              </a:ext>
            </a:extLst>
          </p:cNvPr>
          <p:cNvSpPr/>
          <p:nvPr/>
        </p:nvSpPr>
        <p:spPr>
          <a:xfrm>
            <a:off x="7436168" y="547461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5BC0D566-733F-F9C5-74DF-24889DDC4DBD}"/>
              </a:ext>
            </a:extLst>
          </p:cNvPr>
          <p:cNvSpPr/>
          <p:nvPr/>
        </p:nvSpPr>
        <p:spPr>
          <a:xfrm>
            <a:off x="7436168" y="517582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C351B7DE-07B4-EB90-C039-1E4A197BEB45}"/>
              </a:ext>
            </a:extLst>
          </p:cNvPr>
          <p:cNvCxnSpPr>
            <a:stCxn id="1109" idx="0"/>
            <a:endCxn id="1110" idx="2"/>
          </p:cNvCxnSpPr>
          <p:nvPr/>
        </p:nvCxnSpPr>
        <p:spPr>
          <a:xfrm flipV="1">
            <a:off x="7685282" y="5644068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D9D8B06A-6D93-ED9D-6D2E-5BCA86E27F7F}"/>
              </a:ext>
            </a:extLst>
          </p:cNvPr>
          <p:cNvCxnSpPr>
            <a:stCxn id="1110" idx="0"/>
            <a:endCxn id="1113" idx="2"/>
          </p:cNvCxnSpPr>
          <p:nvPr/>
        </p:nvCxnSpPr>
        <p:spPr>
          <a:xfrm flipV="1">
            <a:off x="7685282" y="5345280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Oval 1259">
            <a:extLst>
              <a:ext uri="{FF2B5EF4-FFF2-40B4-BE49-F238E27FC236}">
                <a16:creationId xmlns:a16="http://schemas.microsoft.com/office/drawing/2014/main" id="{9F7E57E9-8940-7AA4-5C5F-32BDB651E959}"/>
              </a:ext>
            </a:extLst>
          </p:cNvPr>
          <p:cNvSpPr/>
          <p:nvPr/>
        </p:nvSpPr>
        <p:spPr>
          <a:xfrm>
            <a:off x="8173680" y="499501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70" name="Connector: Elbow 1269">
            <a:extLst>
              <a:ext uri="{FF2B5EF4-FFF2-40B4-BE49-F238E27FC236}">
                <a16:creationId xmlns:a16="http://schemas.microsoft.com/office/drawing/2014/main" id="{49100354-52DE-AE9F-398B-7BF41111F135}"/>
              </a:ext>
            </a:extLst>
          </p:cNvPr>
          <p:cNvCxnSpPr>
            <a:cxnSpLocks/>
            <a:stCxn id="1260" idx="2"/>
          </p:cNvCxnSpPr>
          <p:nvPr/>
        </p:nvCxnSpPr>
        <p:spPr>
          <a:xfrm rot="10800000" flipV="1">
            <a:off x="7934396" y="5104086"/>
            <a:ext cx="239284" cy="1669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0467E768-DFA8-1967-9FAE-D03F0FAEA5B2}"/>
              </a:ext>
            </a:extLst>
          </p:cNvPr>
          <p:cNvCxnSpPr>
            <a:stCxn id="1273" idx="2"/>
            <a:endCxn id="1200" idx="3"/>
          </p:cNvCxnSpPr>
          <p:nvPr/>
        </p:nvCxnSpPr>
        <p:spPr>
          <a:xfrm rot="10800000" flipV="1">
            <a:off x="8033795" y="484724"/>
            <a:ext cx="396623" cy="2115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BA90A4D1-AB68-60EA-F735-590769F29970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0AC6DD30-712A-4CA9-C559-3ECD7158765C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854DB059-E99C-A8C0-5BC1-3DE621EB6539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99CF6A0-9BC9-91A8-3443-FA96F0455092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B983F248-1B8A-845C-86FD-B4B5A0DF50BE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1C6FCF82-2CD2-4279-D271-A2935B85682A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C54DC19A-1CD9-49CB-883E-734B77C97BA8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8C5D8FF5-A8FE-A7EB-06FF-763ECEC89DE9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04E1C304-2E26-5990-199F-4448F9449F14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C9F578E1-4FBA-A17F-8668-09DCCFDD6034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450F244C-DE11-2FD3-4835-1548BADE5981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89B47571-A613-512F-A0EA-A3B8E0EDA843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EB8F52FD-385F-2CFB-BCAD-249D6461C1EF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65D6BA81-167F-5288-38BE-AAF34F2B9AFD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863FDA3F-B7DA-5E19-63FC-F6570091B445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292A801E-1818-55DC-6AAC-473D51684C86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A8A5A110-FA3B-0B9C-E7D6-B0F743B51F11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E5055C78-AED3-5CDB-8740-4E7FE3CEBEB4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C73C92A5-34C2-9A4B-C7FD-F1F07CED7278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08D853C-898B-C560-FFE8-743767727F79}"/>
              </a:ext>
            </a:extLst>
          </p:cNvPr>
          <p:cNvSpPr/>
          <p:nvPr/>
        </p:nvSpPr>
        <p:spPr>
          <a:xfrm>
            <a:off x="1334790" y="350558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D51322-708A-9620-89EE-C10245A6761F}"/>
              </a:ext>
            </a:extLst>
          </p:cNvPr>
          <p:cNvSpPr/>
          <p:nvPr/>
        </p:nvSpPr>
        <p:spPr>
          <a:xfrm>
            <a:off x="1334790" y="320679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C0C6B5-1DF6-0693-0EFD-10C3E3215E24}"/>
              </a:ext>
            </a:extLst>
          </p:cNvPr>
          <p:cNvSpPr/>
          <p:nvPr/>
        </p:nvSpPr>
        <p:spPr>
          <a:xfrm>
            <a:off x="1898531" y="29945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624B4F-A2C4-8319-E56E-EE9B62704AA8}"/>
              </a:ext>
            </a:extLst>
          </p:cNvPr>
          <p:cNvSpPr/>
          <p:nvPr/>
        </p:nvSpPr>
        <p:spPr>
          <a:xfrm>
            <a:off x="1898531" y="27028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9C74CA-8457-1247-48BC-E263CB4EB496}"/>
              </a:ext>
            </a:extLst>
          </p:cNvPr>
          <p:cNvSpPr/>
          <p:nvPr/>
        </p:nvSpPr>
        <p:spPr>
          <a:xfrm>
            <a:off x="1334790" y="243576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7B71B22-A51E-583E-D230-CD2CD6B31319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1583904" y="337625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30042B6-55CD-54F9-B561-3A490FEA3301}"/>
              </a:ext>
            </a:extLst>
          </p:cNvPr>
          <p:cNvCxnSpPr>
            <a:stCxn id="40" idx="3"/>
            <a:endCxn id="41" idx="2"/>
          </p:cNvCxnSpPr>
          <p:nvPr/>
        </p:nvCxnSpPr>
        <p:spPr>
          <a:xfrm flipV="1">
            <a:off x="1833018" y="3164023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974E49-C8D0-6A3E-CE8B-956FAC3CAE96}"/>
              </a:ext>
            </a:extLst>
          </p:cNvPr>
          <p:cNvCxnSpPr>
            <a:stCxn id="41" idx="0"/>
            <a:endCxn id="42" idx="2"/>
          </p:cNvCxnSpPr>
          <p:nvPr/>
        </p:nvCxnSpPr>
        <p:spPr>
          <a:xfrm flipV="1">
            <a:off x="2147645" y="287228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266EDB36-53C3-78BB-F5C4-5AE802EC0AA7}"/>
              </a:ext>
            </a:extLst>
          </p:cNvPr>
          <p:cNvCxnSpPr>
            <a:cxnSpLocks/>
            <a:stCxn id="42" idx="0"/>
            <a:endCxn id="43" idx="3"/>
          </p:cNvCxnSpPr>
          <p:nvPr/>
        </p:nvCxnSpPr>
        <p:spPr>
          <a:xfrm rot="16200000" flipV="1">
            <a:off x="1899162" y="2454352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D9702C7-D280-64E9-7F69-3C83FA6AE6C8}"/>
              </a:ext>
            </a:extLst>
          </p:cNvPr>
          <p:cNvCxnSpPr>
            <a:stCxn id="40" idx="0"/>
            <a:endCxn id="43" idx="2"/>
          </p:cNvCxnSpPr>
          <p:nvPr/>
        </p:nvCxnSpPr>
        <p:spPr>
          <a:xfrm flipV="1">
            <a:off x="1583904" y="260522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0DB81ED1-94C0-3389-151B-0F1CB0BAA33F}"/>
              </a:ext>
            </a:extLst>
          </p:cNvPr>
          <p:cNvSpPr/>
          <p:nvPr/>
        </p:nvSpPr>
        <p:spPr>
          <a:xfrm>
            <a:off x="2447564" y="2134981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c6</a:t>
            </a:r>
          </a:p>
        </p:txBody>
      </p: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D4B8CA05-C0F0-19E6-75C5-7BBE0520F124}"/>
              </a:ext>
            </a:extLst>
          </p:cNvPr>
          <p:cNvCxnSpPr>
            <a:stCxn id="42" idx="3"/>
            <a:endCxn id="1077" idx="2"/>
          </p:cNvCxnSpPr>
          <p:nvPr/>
        </p:nvCxnSpPr>
        <p:spPr>
          <a:xfrm flipV="1">
            <a:off x="2396759" y="230443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F26BD578-211D-C52B-984E-7103359B2873}"/>
              </a:ext>
            </a:extLst>
          </p:cNvPr>
          <p:cNvSpPr/>
          <p:nvPr/>
        </p:nvSpPr>
        <p:spPr>
          <a:xfrm>
            <a:off x="2447564" y="1831668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c8</a:t>
            </a:r>
          </a:p>
        </p:txBody>
      </p: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727078BE-72CD-63EB-817A-5B9993022F5F}"/>
              </a:ext>
            </a:extLst>
          </p:cNvPr>
          <p:cNvCxnSpPr>
            <a:stCxn id="1077" idx="0"/>
            <a:endCxn id="1139" idx="2"/>
          </p:cNvCxnSpPr>
          <p:nvPr/>
        </p:nvCxnSpPr>
        <p:spPr>
          <a:xfrm flipV="1">
            <a:off x="2696678" y="2001121"/>
            <a:ext cx="0" cy="13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D76D58D8-9F6A-28F8-C929-589ED64208E5}"/>
              </a:ext>
            </a:extLst>
          </p:cNvPr>
          <p:cNvSpPr/>
          <p:nvPr/>
        </p:nvSpPr>
        <p:spPr>
          <a:xfrm>
            <a:off x="1898531" y="158880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6BFF3F1B-0176-1F3B-F6D4-09DC182E0EBB}"/>
              </a:ext>
            </a:extLst>
          </p:cNvPr>
          <p:cNvCxnSpPr>
            <a:stCxn id="42" idx="0"/>
            <a:endCxn id="1147" idx="2"/>
          </p:cNvCxnSpPr>
          <p:nvPr/>
        </p:nvCxnSpPr>
        <p:spPr>
          <a:xfrm flipV="1">
            <a:off x="2147645" y="1758258"/>
            <a:ext cx="0" cy="94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F8DF04B8-33F6-A49C-E2CC-0713747C5E0D}"/>
              </a:ext>
            </a:extLst>
          </p:cNvPr>
          <p:cNvSpPr/>
          <p:nvPr/>
        </p:nvSpPr>
        <p:spPr>
          <a:xfrm>
            <a:off x="1898531" y="128271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E6CCA228-427D-ED8A-8879-4082515958F9}"/>
              </a:ext>
            </a:extLst>
          </p:cNvPr>
          <p:cNvCxnSpPr>
            <a:stCxn id="1147" idx="0"/>
            <a:endCxn id="1161" idx="2"/>
          </p:cNvCxnSpPr>
          <p:nvPr/>
        </p:nvCxnSpPr>
        <p:spPr>
          <a:xfrm flipV="1">
            <a:off x="2147645" y="1452165"/>
            <a:ext cx="0" cy="136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0D6B7B4B-EA4C-66DF-D8A6-439CCA881AFA}"/>
              </a:ext>
            </a:extLst>
          </p:cNvPr>
          <p:cNvSpPr/>
          <p:nvPr/>
        </p:nvSpPr>
        <p:spPr>
          <a:xfrm>
            <a:off x="2447564" y="1061207"/>
            <a:ext cx="498228" cy="1694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c12</a:t>
            </a:r>
          </a:p>
        </p:txBody>
      </p: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772B4380-BF10-422C-D6A9-ACEAD6681562}"/>
              </a:ext>
            </a:extLst>
          </p:cNvPr>
          <p:cNvCxnSpPr>
            <a:stCxn id="1139" idx="0"/>
            <a:endCxn id="1170" idx="2"/>
          </p:cNvCxnSpPr>
          <p:nvPr/>
        </p:nvCxnSpPr>
        <p:spPr>
          <a:xfrm flipV="1">
            <a:off x="2696678" y="1230660"/>
            <a:ext cx="0" cy="601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7CB9F62C-F377-1A25-D0D9-5EB4AA41590D}"/>
              </a:ext>
            </a:extLst>
          </p:cNvPr>
          <p:cNvSpPr/>
          <p:nvPr/>
        </p:nvSpPr>
        <p:spPr>
          <a:xfrm>
            <a:off x="1898531" y="835277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79" name="Connector: Elbow 1178">
            <a:extLst>
              <a:ext uri="{FF2B5EF4-FFF2-40B4-BE49-F238E27FC236}">
                <a16:creationId xmlns:a16="http://schemas.microsoft.com/office/drawing/2014/main" id="{7CCD02BE-A7CA-7925-0838-7FE97E53D283}"/>
              </a:ext>
            </a:extLst>
          </p:cNvPr>
          <p:cNvCxnSpPr>
            <a:stCxn id="1170" idx="0"/>
            <a:endCxn id="1177" idx="3"/>
          </p:cNvCxnSpPr>
          <p:nvPr/>
        </p:nvCxnSpPr>
        <p:spPr>
          <a:xfrm rot="16200000" flipV="1">
            <a:off x="2476117" y="840646"/>
            <a:ext cx="14120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Arrow Connector 1198">
            <a:extLst>
              <a:ext uri="{FF2B5EF4-FFF2-40B4-BE49-F238E27FC236}">
                <a16:creationId xmlns:a16="http://schemas.microsoft.com/office/drawing/2014/main" id="{2E6CE3A1-FE13-7A88-A471-F83CDB6E9646}"/>
              </a:ext>
            </a:extLst>
          </p:cNvPr>
          <p:cNvCxnSpPr>
            <a:stCxn id="1161" idx="0"/>
            <a:endCxn id="1177" idx="2"/>
          </p:cNvCxnSpPr>
          <p:nvPr/>
        </p:nvCxnSpPr>
        <p:spPr>
          <a:xfrm flipV="1">
            <a:off x="2147645" y="1004731"/>
            <a:ext cx="0" cy="277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Oval 1257">
            <a:extLst>
              <a:ext uri="{FF2B5EF4-FFF2-40B4-BE49-F238E27FC236}">
                <a16:creationId xmlns:a16="http://schemas.microsoft.com/office/drawing/2014/main" id="{80BC0624-160B-5BCE-D06E-400CBDF882FF}"/>
              </a:ext>
            </a:extLst>
          </p:cNvPr>
          <p:cNvSpPr/>
          <p:nvPr/>
        </p:nvSpPr>
        <p:spPr>
          <a:xfrm>
            <a:off x="2817421" y="2358803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6" name="Connector: Elbow 1265">
            <a:extLst>
              <a:ext uri="{FF2B5EF4-FFF2-40B4-BE49-F238E27FC236}">
                <a16:creationId xmlns:a16="http://schemas.microsoft.com/office/drawing/2014/main" id="{39534A8D-C87A-945A-90F3-AECBE258BA6C}"/>
              </a:ext>
            </a:extLst>
          </p:cNvPr>
          <p:cNvCxnSpPr>
            <a:cxnSpLocks/>
            <a:stCxn id="1258" idx="2"/>
            <a:endCxn id="43" idx="3"/>
          </p:cNvCxnSpPr>
          <p:nvPr/>
        </p:nvCxnSpPr>
        <p:spPr>
          <a:xfrm rot="10800000" flipV="1">
            <a:off x="1833019" y="2467874"/>
            <a:ext cx="984403" cy="52621"/>
          </a:xfrm>
          <a:prstGeom prst="bentConnector3">
            <a:avLst>
              <a:gd name="adj1" fmla="val 83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Oval 1285">
            <a:extLst>
              <a:ext uri="{FF2B5EF4-FFF2-40B4-BE49-F238E27FC236}">
                <a16:creationId xmlns:a16="http://schemas.microsoft.com/office/drawing/2014/main" id="{63292587-8224-1AB6-673F-49488F3AEFA1}"/>
              </a:ext>
            </a:extLst>
          </p:cNvPr>
          <p:cNvSpPr/>
          <p:nvPr/>
        </p:nvSpPr>
        <p:spPr>
          <a:xfrm>
            <a:off x="3190008" y="915056"/>
            <a:ext cx="256737" cy="21814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8" name="Connector: Elbow 1287">
            <a:extLst>
              <a:ext uri="{FF2B5EF4-FFF2-40B4-BE49-F238E27FC236}">
                <a16:creationId xmlns:a16="http://schemas.microsoft.com/office/drawing/2014/main" id="{CCDC414E-B4F0-3D91-21CB-63911B315136}"/>
              </a:ext>
            </a:extLst>
          </p:cNvPr>
          <p:cNvCxnSpPr>
            <a:stCxn id="1286" idx="2"/>
            <a:endCxn id="1170" idx="3"/>
          </p:cNvCxnSpPr>
          <p:nvPr/>
        </p:nvCxnSpPr>
        <p:spPr>
          <a:xfrm rot="10800000" flipV="1">
            <a:off x="2945792" y="1024128"/>
            <a:ext cx="244216" cy="1218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14214A56-6BF8-E664-D0D6-43111BBCF9CE}"/>
              </a:ext>
            </a:extLst>
          </p:cNvPr>
          <p:cNvSpPr/>
          <p:nvPr/>
        </p:nvSpPr>
        <p:spPr>
          <a:xfrm>
            <a:off x="6971825" y="342943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6DA33B1B-0ECA-A8A8-BB7B-F648C1B393F0}"/>
              </a:ext>
            </a:extLst>
          </p:cNvPr>
          <p:cNvSpPr/>
          <p:nvPr/>
        </p:nvSpPr>
        <p:spPr>
          <a:xfrm>
            <a:off x="6971825" y="313064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2067FB8D-ECF4-4BC6-CF26-B75EF9B4A6E0}"/>
              </a:ext>
            </a:extLst>
          </p:cNvPr>
          <p:cNvSpPr/>
          <p:nvPr/>
        </p:nvSpPr>
        <p:spPr>
          <a:xfrm>
            <a:off x="7535566" y="29184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6DD2D0A6-9E61-D06E-1A2C-59FB0B159CFE}"/>
              </a:ext>
            </a:extLst>
          </p:cNvPr>
          <p:cNvSpPr/>
          <p:nvPr/>
        </p:nvSpPr>
        <p:spPr>
          <a:xfrm>
            <a:off x="7535566" y="262668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198B2F36-F61B-E1AE-FC1D-A0DCC1DF1AD6}"/>
              </a:ext>
            </a:extLst>
          </p:cNvPr>
          <p:cNvSpPr/>
          <p:nvPr/>
        </p:nvSpPr>
        <p:spPr>
          <a:xfrm>
            <a:off x="6971825" y="235961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C19BE676-F9C6-8C6E-41DE-17D0BF7FD59B}"/>
              </a:ext>
            </a:extLst>
          </p:cNvPr>
          <p:cNvCxnSpPr>
            <a:stCxn id="1122" idx="0"/>
            <a:endCxn id="1123" idx="2"/>
          </p:cNvCxnSpPr>
          <p:nvPr/>
        </p:nvCxnSpPr>
        <p:spPr>
          <a:xfrm flipV="1">
            <a:off x="7220939" y="330010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8CE12143-8C14-599B-3A10-8B24F5883721}"/>
              </a:ext>
            </a:extLst>
          </p:cNvPr>
          <p:cNvCxnSpPr>
            <a:stCxn id="1123" idx="3"/>
            <a:endCxn id="1124" idx="2"/>
          </p:cNvCxnSpPr>
          <p:nvPr/>
        </p:nvCxnSpPr>
        <p:spPr>
          <a:xfrm flipV="1">
            <a:off x="7470053" y="308787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14C9482A-FFC1-8B5C-7F3A-668FFD933C0A}"/>
              </a:ext>
            </a:extLst>
          </p:cNvPr>
          <p:cNvCxnSpPr>
            <a:stCxn id="1124" idx="0"/>
            <a:endCxn id="1125" idx="2"/>
          </p:cNvCxnSpPr>
          <p:nvPr/>
        </p:nvCxnSpPr>
        <p:spPr>
          <a:xfrm flipV="1">
            <a:off x="7784680" y="279613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6E9C5C23-C8AE-C7E8-0D29-9AEC51184E41}"/>
              </a:ext>
            </a:extLst>
          </p:cNvPr>
          <p:cNvCxnSpPr>
            <a:cxnSpLocks/>
            <a:stCxn id="1125" idx="0"/>
            <a:endCxn id="1126" idx="3"/>
          </p:cNvCxnSpPr>
          <p:nvPr/>
        </p:nvCxnSpPr>
        <p:spPr>
          <a:xfrm rot="16200000" flipV="1">
            <a:off x="7536197" y="237820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8E4860E7-F521-AFC8-16D5-309DC5BFFB37}"/>
              </a:ext>
            </a:extLst>
          </p:cNvPr>
          <p:cNvCxnSpPr>
            <a:stCxn id="1123" idx="0"/>
            <a:endCxn id="1126" idx="2"/>
          </p:cNvCxnSpPr>
          <p:nvPr/>
        </p:nvCxnSpPr>
        <p:spPr>
          <a:xfrm flipV="1">
            <a:off x="7220939" y="252907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95C246EF-8DC7-C93C-ADF3-386543E93FDD}"/>
              </a:ext>
            </a:extLst>
          </p:cNvPr>
          <p:cNvSpPr/>
          <p:nvPr/>
        </p:nvSpPr>
        <p:spPr>
          <a:xfrm>
            <a:off x="8084599" y="2058831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c9</a:t>
            </a:r>
          </a:p>
        </p:txBody>
      </p:sp>
      <p:cxnSp>
        <p:nvCxnSpPr>
          <p:cNvPr id="1133" name="Connector: Elbow 1132">
            <a:extLst>
              <a:ext uri="{FF2B5EF4-FFF2-40B4-BE49-F238E27FC236}">
                <a16:creationId xmlns:a16="http://schemas.microsoft.com/office/drawing/2014/main" id="{ACB9F2A7-475A-F639-897E-47CC60FE06D8}"/>
              </a:ext>
            </a:extLst>
          </p:cNvPr>
          <p:cNvCxnSpPr>
            <a:stCxn id="1125" idx="3"/>
            <a:endCxn id="1132" idx="2"/>
          </p:cNvCxnSpPr>
          <p:nvPr/>
        </p:nvCxnSpPr>
        <p:spPr>
          <a:xfrm flipV="1">
            <a:off x="8033794" y="222828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1112C998-3FD2-9DA2-BAEE-C102FCB5CB4D}"/>
              </a:ext>
            </a:extLst>
          </p:cNvPr>
          <p:cNvSpPr/>
          <p:nvPr/>
        </p:nvSpPr>
        <p:spPr>
          <a:xfrm>
            <a:off x="7535566" y="1818651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55" name="Straight Arrow Connector 1154">
            <a:extLst>
              <a:ext uri="{FF2B5EF4-FFF2-40B4-BE49-F238E27FC236}">
                <a16:creationId xmlns:a16="http://schemas.microsoft.com/office/drawing/2014/main" id="{81729E5B-8DEE-8580-F02E-4C14C930D58D}"/>
              </a:ext>
            </a:extLst>
          </p:cNvPr>
          <p:cNvCxnSpPr>
            <a:stCxn id="1125" idx="0"/>
            <a:endCxn id="1151" idx="2"/>
          </p:cNvCxnSpPr>
          <p:nvPr/>
        </p:nvCxnSpPr>
        <p:spPr>
          <a:xfrm flipV="1">
            <a:off x="7784680" y="1988104"/>
            <a:ext cx="0" cy="63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CFCC418E-0BAD-96FD-D3C8-DAE4071C3B00}"/>
              </a:ext>
            </a:extLst>
          </p:cNvPr>
          <p:cNvSpPr/>
          <p:nvPr/>
        </p:nvSpPr>
        <p:spPr>
          <a:xfrm>
            <a:off x="7535566" y="150987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1169" name="Straight Arrow Connector 1168">
            <a:extLst>
              <a:ext uri="{FF2B5EF4-FFF2-40B4-BE49-F238E27FC236}">
                <a16:creationId xmlns:a16="http://schemas.microsoft.com/office/drawing/2014/main" id="{2590B17D-5BB1-305E-D0DC-CE0F14A27BAA}"/>
              </a:ext>
            </a:extLst>
          </p:cNvPr>
          <p:cNvCxnSpPr>
            <a:stCxn id="1151" idx="0"/>
            <a:endCxn id="1165" idx="2"/>
          </p:cNvCxnSpPr>
          <p:nvPr/>
        </p:nvCxnSpPr>
        <p:spPr>
          <a:xfrm flipV="1">
            <a:off x="7784680" y="1679328"/>
            <a:ext cx="0" cy="139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1F809814-F0A2-56F2-14EE-EDCA5017845E}"/>
              </a:ext>
            </a:extLst>
          </p:cNvPr>
          <p:cNvSpPr/>
          <p:nvPr/>
        </p:nvSpPr>
        <p:spPr>
          <a:xfrm>
            <a:off x="8084599" y="1283067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c13</a:t>
            </a:r>
          </a:p>
        </p:txBody>
      </p:sp>
      <p:cxnSp>
        <p:nvCxnSpPr>
          <p:cNvPr id="1175" name="Straight Arrow Connector 1174">
            <a:extLst>
              <a:ext uri="{FF2B5EF4-FFF2-40B4-BE49-F238E27FC236}">
                <a16:creationId xmlns:a16="http://schemas.microsoft.com/office/drawing/2014/main" id="{AFD915BE-9CB6-6D60-7091-4614BBADD83A}"/>
              </a:ext>
            </a:extLst>
          </p:cNvPr>
          <p:cNvCxnSpPr>
            <a:stCxn id="1132" idx="0"/>
            <a:endCxn id="1173" idx="2"/>
          </p:cNvCxnSpPr>
          <p:nvPr/>
        </p:nvCxnSpPr>
        <p:spPr>
          <a:xfrm flipV="1">
            <a:off x="8333713" y="1452520"/>
            <a:ext cx="0" cy="606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15E0779F-F6D3-D4E8-9B9F-FCB882062EB8}"/>
              </a:ext>
            </a:extLst>
          </p:cNvPr>
          <p:cNvSpPr/>
          <p:nvPr/>
        </p:nvSpPr>
        <p:spPr>
          <a:xfrm>
            <a:off x="7535566" y="104334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c14</a:t>
            </a:r>
          </a:p>
        </p:txBody>
      </p:sp>
      <p:cxnSp>
        <p:nvCxnSpPr>
          <p:cNvPr id="1190" name="Straight Arrow Connector 1189">
            <a:extLst>
              <a:ext uri="{FF2B5EF4-FFF2-40B4-BE49-F238E27FC236}">
                <a16:creationId xmlns:a16="http://schemas.microsoft.com/office/drawing/2014/main" id="{09421A85-C6F6-A444-D431-1A62680F4B03}"/>
              </a:ext>
            </a:extLst>
          </p:cNvPr>
          <p:cNvCxnSpPr>
            <a:stCxn id="1165" idx="0"/>
            <a:endCxn id="1188" idx="2"/>
          </p:cNvCxnSpPr>
          <p:nvPr/>
        </p:nvCxnSpPr>
        <p:spPr>
          <a:xfrm flipV="1">
            <a:off x="7784680" y="1212798"/>
            <a:ext cx="0" cy="297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818AF527-4BDC-B21A-4EC4-8E608A738DBA}"/>
              </a:ext>
            </a:extLst>
          </p:cNvPr>
          <p:cNvSpPr/>
          <p:nvPr/>
        </p:nvSpPr>
        <p:spPr>
          <a:xfrm>
            <a:off x="8084599" y="836436"/>
            <a:ext cx="498228" cy="169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c15</a:t>
            </a:r>
          </a:p>
        </p:txBody>
      </p:sp>
      <p:cxnSp>
        <p:nvCxnSpPr>
          <p:cNvPr id="1195" name="Connector: Elbow 1194">
            <a:extLst>
              <a:ext uri="{FF2B5EF4-FFF2-40B4-BE49-F238E27FC236}">
                <a16:creationId xmlns:a16="http://schemas.microsoft.com/office/drawing/2014/main" id="{967FD637-9A03-12BF-B12F-8B8EDF6CA663}"/>
              </a:ext>
            </a:extLst>
          </p:cNvPr>
          <p:cNvCxnSpPr>
            <a:stCxn id="1188" idx="0"/>
            <a:endCxn id="1191" idx="1"/>
          </p:cNvCxnSpPr>
          <p:nvPr/>
        </p:nvCxnSpPr>
        <p:spPr>
          <a:xfrm rot="5400000" flipH="1" flipV="1">
            <a:off x="7873549" y="832294"/>
            <a:ext cx="122181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Arrow Connector 1196">
            <a:extLst>
              <a:ext uri="{FF2B5EF4-FFF2-40B4-BE49-F238E27FC236}">
                <a16:creationId xmlns:a16="http://schemas.microsoft.com/office/drawing/2014/main" id="{78F61409-DCB9-6FA2-824C-59A8B830192E}"/>
              </a:ext>
            </a:extLst>
          </p:cNvPr>
          <p:cNvCxnSpPr>
            <a:stCxn id="1173" idx="0"/>
            <a:endCxn id="1191" idx="2"/>
          </p:cNvCxnSpPr>
          <p:nvPr/>
        </p:nvCxnSpPr>
        <p:spPr>
          <a:xfrm flipV="1">
            <a:off x="8333713" y="1005889"/>
            <a:ext cx="0" cy="27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1CD1C814-3F9E-5BAE-BE72-3020D92EBC58}"/>
              </a:ext>
            </a:extLst>
          </p:cNvPr>
          <p:cNvSpPr/>
          <p:nvPr/>
        </p:nvSpPr>
        <p:spPr>
          <a:xfrm>
            <a:off x="7535566" y="611533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c16</a:t>
            </a:r>
          </a:p>
        </p:txBody>
      </p:sp>
      <p:cxnSp>
        <p:nvCxnSpPr>
          <p:cNvPr id="1202" name="Connector: Elbow 1201">
            <a:extLst>
              <a:ext uri="{FF2B5EF4-FFF2-40B4-BE49-F238E27FC236}">
                <a16:creationId xmlns:a16="http://schemas.microsoft.com/office/drawing/2014/main" id="{A9967F3B-3584-D3B1-3F25-B060D191119F}"/>
              </a:ext>
            </a:extLst>
          </p:cNvPr>
          <p:cNvCxnSpPr>
            <a:stCxn id="1191" idx="0"/>
            <a:endCxn id="1200" idx="3"/>
          </p:cNvCxnSpPr>
          <p:nvPr/>
        </p:nvCxnSpPr>
        <p:spPr>
          <a:xfrm rot="16200000" flipV="1">
            <a:off x="8113666" y="616389"/>
            <a:ext cx="140176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Connector 1205">
            <a:extLst>
              <a:ext uri="{FF2B5EF4-FFF2-40B4-BE49-F238E27FC236}">
                <a16:creationId xmlns:a16="http://schemas.microsoft.com/office/drawing/2014/main" id="{C9EDE329-B998-DB6A-10A6-503B8F21E4A3}"/>
              </a:ext>
            </a:extLst>
          </p:cNvPr>
          <p:cNvCxnSpPr>
            <a:stCxn id="1188" idx="0"/>
            <a:endCxn id="1200" idx="2"/>
          </p:cNvCxnSpPr>
          <p:nvPr/>
        </p:nvCxnSpPr>
        <p:spPr>
          <a:xfrm flipV="1">
            <a:off x="7784680" y="780987"/>
            <a:ext cx="0" cy="262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7" name="Rectangle 1206">
            <a:extLst>
              <a:ext uri="{FF2B5EF4-FFF2-40B4-BE49-F238E27FC236}">
                <a16:creationId xmlns:a16="http://schemas.microsoft.com/office/drawing/2014/main" id="{9E254CFB-8B1B-DDC2-F978-5FEED0CEFFCF}"/>
              </a:ext>
            </a:extLst>
          </p:cNvPr>
          <p:cNvSpPr/>
          <p:nvPr/>
        </p:nvSpPr>
        <p:spPr>
          <a:xfrm>
            <a:off x="6971825" y="37833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c17</a:t>
            </a:r>
          </a:p>
        </p:txBody>
      </p:sp>
      <p:cxnSp>
        <p:nvCxnSpPr>
          <p:cNvPr id="1209" name="Connector: Elbow 1208">
            <a:extLst>
              <a:ext uri="{FF2B5EF4-FFF2-40B4-BE49-F238E27FC236}">
                <a16:creationId xmlns:a16="http://schemas.microsoft.com/office/drawing/2014/main" id="{3D974DA9-1922-431A-5A12-4F26EF0BDA9C}"/>
              </a:ext>
            </a:extLst>
          </p:cNvPr>
          <p:cNvCxnSpPr>
            <a:stCxn id="1200" idx="0"/>
            <a:endCxn id="1207" idx="3"/>
          </p:cNvCxnSpPr>
          <p:nvPr/>
        </p:nvCxnSpPr>
        <p:spPr>
          <a:xfrm rot="16200000" flipV="1">
            <a:off x="7553128" y="379982"/>
            <a:ext cx="148476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Connector 1212">
            <a:extLst>
              <a:ext uri="{FF2B5EF4-FFF2-40B4-BE49-F238E27FC236}">
                <a16:creationId xmlns:a16="http://schemas.microsoft.com/office/drawing/2014/main" id="{1F939588-D667-47FE-34EB-87816CC5F362}"/>
              </a:ext>
            </a:extLst>
          </p:cNvPr>
          <p:cNvCxnSpPr>
            <a:stCxn id="1126" idx="0"/>
            <a:endCxn id="1207" idx="2"/>
          </p:cNvCxnSpPr>
          <p:nvPr/>
        </p:nvCxnSpPr>
        <p:spPr>
          <a:xfrm flipV="1">
            <a:off x="7220939" y="547783"/>
            <a:ext cx="0" cy="18118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7" name="Oval 1256">
            <a:extLst>
              <a:ext uri="{FF2B5EF4-FFF2-40B4-BE49-F238E27FC236}">
                <a16:creationId xmlns:a16="http://schemas.microsoft.com/office/drawing/2014/main" id="{882D13EB-EB17-73B1-1D16-B6A54FFF18EE}"/>
              </a:ext>
            </a:extLst>
          </p:cNvPr>
          <p:cNvSpPr/>
          <p:nvPr/>
        </p:nvSpPr>
        <p:spPr>
          <a:xfrm>
            <a:off x="7799832" y="179175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273" name="Oval 1272">
            <a:extLst>
              <a:ext uri="{FF2B5EF4-FFF2-40B4-BE49-F238E27FC236}">
                <a16:creationId xmlns:a16="http://schemas.microsoft.com/office/drawing/2014/main" id="{B35D10E2-0933-FC71-0467-43A8C5EE73C1}"/>
              </a:ext>
            </a:extLst>
          </p:cNvPr>
          <p:cNvSpPr/>
          <p:nvPr/>
        </p:nvSpPr>
        <p:spPr>
          <a:xfrm>
            <a:off x="8430417" y="37565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27CBF51A-DB89-5178-5A80-8A5D0B663906}"/>
              </a:ext>
            </a:extLst>
          </p:cNvPr>
          <p:cNvSpPr/>
          <p:nvPr/>
        </p:nvSpPr>
        <p:spPr>
          <a:xfrm>
            <a:off x="8861082" y="714359"/>
            <a:ext cx="256737" cy="2181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91" name="Connector: Elbow 1290">
            <a:extLst>
              <a:ext uri="{FF2B5EF4-FFF2-40B4-BE49-F238E27FC236}">
                <a16:creationId xmlns:a16="http://schemas.microsoft.com/office/drawing/2014/main" id="{10E1DD21-8734-5125-A3E4-1CC277EB947E}"/>
              </a:ext>
            </a:extLst>
          </p:cNvPr>
          <p:cNvCxnSpPr>
            <a:stCxn id="1289" idx="2"/>
            <a:endCxn id="1191" idx="3"/>
          </p:cNvCxnSpPr>
          <p:nvPr/>
        </p:nvCxnSpPr>
        <p:spPr>
          <a:xfrm rot="10800000" flipV="1">
            <a:off x="8582828" y="823431"/>
            <a:ext cx="278255" cy="977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DDC65F9-5EF1-AE64-7F7C-2AAE159ACADA}"/>
              </a:ext>
            </a:extLst>
          </p:cNvPr>
          <p:cNvSpPr/>
          <p:nvPr/>
        </p:nvSpPr>
        <p:spPr>
          <a:xfrm>
            <a:off x="2769918" y="594062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A052C3F-A410-4A00-0C30-3ABD512DBAF8}"/>
              </a:ext>
            </a:extLst>
          </p:cNvPr>
          <p:cNvCxnSpPr>
            <a:cxnSpLocks/>
            <a:stCxn id="4" idx="2"/>
          </p:cNvCxnSpPr>
          <p:nvPr/>
        </p:nvCxnSpPr>
        <p:spPr>
          <a:xfrm rot="10800000" flipV="1">
            <a:off x="2396760" y="703134"/>
            <a:ext cx="373159" cy="216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E0AD4ED-76F0-4DFC-FCD8-C929F4875A86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671DEDA-16AA-C3F4-E390-3328FFCBEE51}"/>
              </a:ext>
            </a:extLst>
          </p:cNvPr>
          <p:cNvCxnSpPr>
            <a:cxnSpLocks/>
            <a:stCxn id="6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826F606-19B0-84EE-9F1F-31E6072C9D6C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0BF6AC-ADF7-1CFE-0833-987364B9CE3D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DB67962-50A2-7C8A-6F50-34D4166229F8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11545-57A7-FEA0-EB3F-FD74E62D8A80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55CF6-0C6D-A788-AEE8-77A0195A5812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8811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BFFA-5BDB-EFA1-6924-2D0E332E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Picture 12" descr="Computer server icon for graphic design, logo, web site, social media,  mobile app, ui illustration. 55597363 Vector Art at Vecteezy">
            <a:extLst>
              <a:ext uri="{FF2B5EF4-FFF2-40B4-BE49-F238E27FC236}">
                <a16:creationId xmlns:a16="http://schemas.microsoft.com/office/drawing/2014/main" id="{E8657537-9758-F2A0-F7C8-117BD60AD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48" y="5126457"/>
            <a:ext cx="1462177" cy="14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35BC6A29-C312-5421-1CFC-AAEB2A88B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2" y="5150131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64EEBD8A-17DF-E9EB-8843-B919A0385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72" y="246888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Picture 2" descr="339,800+ Laptop Icon Stock Illustrations, Royalty-Free ...">
            <a:extLst>
              <a:ext uri="{FF2B5EF4-FFF2-40B4-BE49-F238E27FC236}">
                <a16:creationId xmlns:a16="http://schemas.microsoft.com/office/drawing/2014/main" id="{54AE2655-576A-421B-B214-EF3F5F378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584" y="128016"/>
            <a:ext cx="2000907" cy="200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black logo Icon">
            <a:extLst>
              <a:ext uri="{FF2B5EF4-FFF2-40B4-BE49-F238E27FC236}">
                <a16:creationId xmlns:a16="http://schemas.microsoft.com/office/drawing/2014/main" id="{855E340F-8029-5821-9E43-6D99DDB3E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38" y="2905442"/>
            <a:ext cx="1047116" cy="104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8" name="Connector: Elbow 1267">
            <a:extLst>
              <a:ext uri="{FF2B5EF4-FFF2-40B4-BE49-F238E27FC236}">
                <a16:creationId xmlns:a16="http://schemas.microsoft.com/office/drawing/2014/main" id="{924BA45D-C32C-5D93-1BB4-F89F11DB68AA}"/>
              </a:ext>
            </a:extLst>
          </p:cNvPr>
          <p:cNvCxnSpPr>
            <a:stCxn id="1257" idx="2"/>
            <a:endCxn id="1207" idx="3"/>
          </p:cNvCxnSpPr>
          <p:nvPr/>
        </p:nvCxnSpPr>
        <p:spPr>
          <a:xfrm rot="10800000" flipV="1">
            <a:off x="7470054" y="288247"/>
            <a:ext cx="329779" cy="1748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2" name="Group 1291">
            <a:extLst>
              <a:ext uri="{FF2B5EF4-FFF2-40B4-BE49-F238E27FC236}">
                <a16:creationId xmlns:a16="http://schemas.microsoft.com/office/drawing/2014/main" id="{AF42734C-539D-E7AE-789A-77D7FDA46476}"/>
              </a:ext>
            </a:extLst>
          </p:cNvPr>
          <p:cNvGrpSpPr/>
          <p:nvPr/>
        </p:nvGrpSpPr>
        <p:grpSpPr>
          <a:xfrm>
            <a:off x="7436168" y="4665831"/>
            <a:ext cx="994249" cy="1277024"/>
            <a:chOff x="7436168" y="4665831"/>
            <a:chExt cx="994249" cy="1277024"/>
          </a:xfrm>
        </p:grpSpPr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34B6F73E-E735-13A3-F9A5-F1AD35103BAA}"/>
                </a:ext>
              </a:extLst>
            </p:cNvPr>
            <p:cNvSpPr/>
            <p:nvPr/>
          </p:nvSpPr>
          <p:spPr>
            <a:xfrm>
              <a:off x="7436168" y="5773402"/>
              <a:ext cx="498228" cy="1694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</a:t>
              </a: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815EAF02-2792-0C67-271B-1572BC9FB105}"/>
                </a:ext>
              </a:extLst>
            </p:cNvPr>
            <p:cNvSpPr/>
            <p:nvPr/>
          </p:nvSpPr>
          <p:spPr>
            <a:xfrm>
              <a:off x="7436168" y="5474614"/>
              <a:ext cx="498228" cy="1694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c2</a:t>
              </a:r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1C399893-5566-65E4-33AF-FA874F60D376}"/>
                </a:ext>
              </a:extLst>
            </p:cNvPr>
            <p:cNvSpPr/>
            <p:nvPr/>
          </p:nvSpPr>
          <p:spPr>
            <a:xfrm>
              <a:off x="7436168" y="5175827"/>
              <a:ext cx="498228" cy="1694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c5</a:t>
              </a:r>
            </a:p>
          </p:txBody>
        </p:sp>
        <p:cxnSp>
          <p:nvCxnSpPr>
            <p:cNvPr id="1114" name="Straight Arrow Connector 1113">
              <a:extLst>
                <a:ext uri="{FF2B5EF4-FFF2-40B4-BE49-F238E27FC236}">
                  <a16:creationId xmlns:a16="http://schemas.microsoft.com/office/drawing/2014/main" id="{3EA9A157-23FB-FC22-BC63-4E3A5F04B0D8}"/>
                </a:ext>
              </a:extLst>
            </p:cNvPr>
            <p:cNvCxnSpPr>
              <a:stCxn id="1109" idx="0"/>
              <a:endCxn id="1110" idx="2"/>
            </p:cNvCxnSpPr>
            <p:nvPr/>
          </p:nvCxnSpPr>
          <p:spPr>
            <a:xfrm flipV="1">
              <a:off x="7685282" y="5644068"/>
              <a:ext cx="0" cy="12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1B2F9666-42D2-635D-652C-DAF4F740BECC}"/>
                </a:ext>
              </a:extLst>
            </p:cNvPr>
            <p:cNvSpPr/>
            <p:nvPr/>
          </p:nvSpPr>
          <p:spPr>
            <a:xfrm>
              <a:off x="7436168" y="4857093"/>
              <a:ext cx="498228" cy="1694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c17</a:t>
              </a:r>
            </a:p>
          </p:txBody>
        </p:sp>
        <p:cxnSp>
          <p:nvCxnSpPr>
            <p:cNvPr id="1243" name="Straight Arrow Connector 1242">
              <a:extLst>
                <a:ext uri="{FF2B5EF4-FFF2-40B4-BE49-F238E27FC236}">
                  <a16:creationId xmlns:a16="http://schemas.microsoft.com/office/drawing/2014/main" id="{AC91BDD3-7148-E5CA-A3A2-12764E4C7A2C}"/>
                </a:ext>
              </a:extLst>
            </p:cNvPr>
            <p:cNvCxnSpPr>
              <a:stCxn id="1110" idx="0"/>
              <a:endCxn id="1113" idx="2"/>
            </p:cNvCxnSpPr>
            <p:nvPr/>
          </p:nvCxnSpPr>
          <p:spPr>
            <a:xfrm flipV="1">
              <a:off x="7685282" y="5345280"/>
              <a:ext cx="0" cy="12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Arrow Connector 1246">
              <a:extLst>
                <a:ext uri="{FF2B5EF4-FFF2-40B4-BE49-F238E27FC236}">
                  <a16:creationId xmlns:a16="http://schemas.microsoft.com/office/drawing/2014/main" id="{C59FA5ED-A5A6-0DE7-4B1C-15F59A69F2AE}"/>
                </a:ext>
              </a:extLst>
            </p:cNvPr>
            <p:cNvCxnSpPr>
              <a:stCxn id="1113" idx="0"/>
              <a:endCxn id="1215" idx="2"/>
            </p:cNvCxnSpPr>
            <p:nvPr/>
          </p:nvCxnSpPr>
          <p:spPr>
            <a:xfrm flipV="1">
              <a:off x="7685282" y="5026546"/>
              <a:ext cx="0" cy="1492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0" name="Oval 1259">
              <a:extLst>
                <a:ext uri="{FF2B5EF4-FFF2-40B4-BE49-F238E27FC236}">
                  <a16:creationId xmlns:a16="http://schemas.microsoft.com/office/drawing/2014/main" id="{AB9C0089-2E35-10E0-71DF-ABB03A8FD418}"/>
                </a:ext>
              </a:extLst>
            </p:cNvPr>
            <p:cNvSpPr/>
            <p:nvPr/>
          </p:nvSpPr>
          <p:spPr>
            <a:xfrm>
              <a:off x="8173680" y="4665831"/>
              <a:ext cx="256737" cy="21814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270" name="Connector: Elbow 1269">
              <a:extLst>
                <a:ext uri="{FF2B5EF4-FFF2-40B4-BE49-F238E27FC236}">
                  <a16:creationId xmlns:a16="http://schemas.microsoft.com/office/drawing/2014/main" id="{F5578779-5EE8-155B-E067-19532EA2C7FC}"/>
                </a:ext>
              </a:extLst>
            </p:cNvPr>
            <p:cNvCxnSpPr>
              <a:stCxn id="1260" idx="2"/>
              <a:endCxn id="1215" idx="3"/>
            </p:cNvCxnSpPr>
            <p:nvPr/>
          </p:nvCxnSpPr>
          <p:spPr>
            <a:xfrm rot="10800000" flipV="1">
              <a:off x="7934396" y="4774902"/>
              <a:ext cx="239284" cy="16691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2" name="Connector: Elbow 1281">
            <a:extLst>
              <a:ext uri="{FF2B5EF4-FFF2-40B4-BE49-F238E27FC236}">
                <a16:creationId xmlns:a16="http://schemas.microsoft.com/office/drawing/2014/main" id="{1640191E-E102-0C23-A198-C0ABCB730526}"/>
              </a:ext>
            </a:extLst>
          </p:cNvPr>
          <p:cNvCxnSpPr>
            <a:stCxn id="1273" idx="2"/>
            <a:endCxn id="1200" idx="3"/>
          </p:cNvCxnSpPr>
          <p:nvPr/>
        </p:nvCxnSpPr>
        <p:spPr>
          <a:xfrm rot="10800000" flipV="1">
            <a:off x="8033795" y="484724"/>
            <a:ext cx="396623" cy="2115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9C68F635-C6A6-3D7B-594E-0C09AB5EB02A}"/>
              </a:ext>
            </a:extLst>
          </p:cNvPr>
          <p:cNvSpPr/>
          <p:nvPr/>
        </p:nvSpPr>
        <p:spPr>
          <a:xfrm>
            <a:off x="314435" y="6266925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78930425-26ED-1ACC-107C-38E35A06BE2E}"/>
              </a:ext>
            </a:extLst>
          </p:cNvPr>
          <p:cNvSpPr/>
          <p:nvPr/>
        </p:nvSpPr>
        <p:spPr>
          <a:xfrm>
            <a:off x="314435" y="5968138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c2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7F2E8F8A-B98B-F213-8D52-92EDED47BCFA}"/>
              </a:ext>
            </a:extLst>
          </p:cNvPr>
          <p:cNvSpPr/>
          <p:nvPr/>
        </p:nvSpPr>
        <p:spPr>
          <a:xfrm>
            <a:off x="878176" y="57559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c3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E244D40B-03DE-6218-0920-CD2E5305B7D9}"/>
              </a:ext>
            </a:extLst>
          </p:cNvPr>
          <p:cNvSpPr/>
          <p:nvPr/>
        </p:nvSpPr>
        <p:spPr>
          <a:xfrm>
            <a:off x="878176" y="5464174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c4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6AE0A197-DFAB-3116-C3DF-E3BC77700672}"/>
              </a:ext>
            </a:extLst>
          </p:cNvPr>
          <p:cNvSpPr/>
          <p:nvPr/>
        </p:nvSpPr>
        <p:spPr>
          <a:xfrm>
            <a:off x="314435" y="5197109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c5</a:t>
            </a:r>
          </a:p>
        </p:txBody>
      </p: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9E8D05D3-4C19-AC1B-4AA3-449B0C436E08}"/>
              </a:ext>
            </a:extLst>
          </p:cNvPr>
          <p:cNvCxnSpPr>
            <a:stCxn id="1084" idx="0"/>
            <a:endCxn id="1085" idx="2"/>
          </p:cNvCxnSpPr>
          <p:nvPr/>
        </p:nvCxnSpPr>
        <p:spPr>
          <a:xfrm flipV="1">
            <a:off x="563549" y="6137591"/>
            <a:ext cx="0" cy="129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: Elbow 1101">
            <a:extLst>
              <a:ext uri="{FF2B5EF4-FFF2-40B4-BE49-F238E27FC236}">
                <a16:creationId xmlns:a16="http://schemas.microsoft.com/office/drawing/2014/main" id="{CDA39C35-CB69-068A-298D-D6D032EDD6BE}"/>
              </a:ext>
            </a:extLst>
          </p:cNvPr>
          <p:cNvCxnSpPr>
            <a:stCxn id="1085" idx="3"/>
            <a:endCxn id="1086" idx="2"/>
          </p:cNvCxnSpPr>
          <p:nvPr/>
        </p:nvCxnSpPr>
        <p:spPr>
          <a:xfrm flipV="1">
            <a:off x="812663" y="5925362"/>
            <a:ext cx="314627" cy="127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3AD5C111-8167-964C-3671-EE9D7202DABB}"/>
              </a:ext>
            </a:extLst>
          </p:cNvPr>
          <p:cNvCxnSpPr>
            <a:stCxn id="1086" idx="0"/>
            <a:endCxn id="1088" idx="2"/>
          </p:cNvCxnSpPr>
          <p:nvPr/>
        </p:nvCxnSpPr>
        <p:spPr>
          <a:xfrm flipV="1">
            <a:off x="1127290" y="5633628"/>
            <a:ext cx="0" cy="1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129DB7FA-ED5A-3390-3030-6E92E75BCA36}"/>
              </a:ext>
            </a:extLst>
          </p:cNvPr>
          <p:cNvCxnSpPr>
            <a:cxnSpLocks/>
            <a:stCxn id="1088" idx="0"/>
            <a:endCxn id="1099" idx="3"/>
          </p:cNvCxnSpPr>
          <p:nvPr/>
        </p:nvCxnSpPr>
        <p:spPr>
          <a:xfrm rot="16200000" flipV="1">
            <a:off x="878807" y="5215691"/>
            <a:ext cx="182338" cy="314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B0294DBE-9564-ADFF-A3A1-02F624EADA92}"/>
              </a:ext>
            </a:extLst>
          </p:cNvPr>
          <p:cNvCxnSpPr>
            <a:stCxn id="1085" idx="0"/>
            <a:endCxn id="1099" idx="2"/>
          </p:cNvCxnSpPr>
          <p:nvPr/>
        </p:nvCxnSpPr>
        <p:spPr>
          <a:xfrm flipV="1">
            <a:off x="563549" y="5366562"/>
            <a:ext cx="0" cy="601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3F1B4B62-BFA2-9602-DA22-7FAE76AB0603}"/>
              </a:ext>
            </a:extLst>
          </p:cNvPr>
          <p:cNvSpPr/>
          <p:nvPr/>
        </p:nvSpPr>
        <p:spPr>
          <a:xfrm>
            <a:off x="1427209" y="4896321"/>
            <a:ext cx="498228" cy="169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c7</a:t>
            </a:r>
          </a:p>
        </p:txBody>
      </p: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85F6F7C7-86EA-941C-7707-B2EEEED0F617}"/>
              </a:ext>
            </a:extLst>
          </p:cNvPr>
          <p:cNvCxnSpPr>
            <a:cxnSpLocks/>
            <a:stCxn id="1088" idx="3"/>
            <a:endCxn id="1106" idx="2"/>
          </p:cNvCxnSpPr>
          <p:nvPr/>
        </p:nvCxnSpPr>
        <p:spPr>
          <a:xfrm flipV="1">
            <a:off x="1376404" y="5065775"/>
            <a:ext cx="299919" cy="483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B447BD35-2A02-3BC0-C830-97E6D38F9112}"/>
              </a:ext>
            </a:extLst>
          </p:cNvPr>
          <p:cNvSpPr/>
          <p:nvPr/>
        </p:nvSpPr>
        <p:spPr>
          <a:xfrm>
            <a:off x="878176" y="4624362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c10</a:t>
            </a:r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04F842BB-B19B-738D-B1EB-4D907574AE49}"/>
              </a:ext>
            </a:extLst>
          </p:cNvPr>
          <p:cNvCxnSpPr>
            <a:stCxn id="1106" idx="0"/>
            <a:endCxn id="1142" idx="3"/>
          </p:cNvCxnSpPr>
          <p:nvPr/>
        </p:nvCxnSpPr>
        <p:spPr>
          <a:xfrm rot="16200000" flipV="1">
            <a:off x="1432748" y="4652746"/>
            <a:ext cx="187232" cy="299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27341CAB-477F-544B-4403-E1FBBE7A1DB7}"/>
              </a:ext>
            </a:extLst>
          </p:cNvPr>
          <p:cNvCxnSpPr>
            <a:stCxn id="1088" idx="0"/>
            <a:endCxn id="1142" idx="2"/>
          </p:cNvCxnSpPr>
          <p:nvPr/>
        </p:nvCxnSpPr>
        <p:spPr>
          <a:xfrm flipV="1">
            <a:off x="1127290" y="4793816"/>
            <a:ext cx="0" cy="670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Oval 1258">
            <a:extLst>
              <a:ext uri="{FF2B5EF4-FFF2-40B4-BE49-F238E27FC236}">
                <a16:creationId xmlns:a16="http://schemas.microsoft.com/office/drawing/2014/main" id="{C469C3A6-BFAA-8492-AF5A-D905D9AF8621}"/>
              </a:ext>
            </a:extLst>
          </p:cNvPr>
          <p:cNvSpPr/>
          <p:nvPr/>
        </p:nvSpPr>
        <p:spPr>
          <a:xfrm>
            <a:off x="1952109" y="5076979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</a:p>
        </p:txBody>
      </p: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024A1A3B-3ED8-97BE-5041-423D903F53B7}"/>
              </a:ext>
            </a:extLst>
          </p:cNvPr>
          <p:cNvCxnSpPr>
            <a:stCxn id="1259" idx="2"/>
            <a:endCxn id="1099" idx="3"/>
          </p:cNvCxnSpPr>
          <p:nvPr/>
        </p:nvCxnSpPr>
        <p:spPr>
          <a:xfrm rot="10800000" flipV="1">
            <a:off x="812663" y="5186050"/>
            <a:ext cx="1139446" cy="95785"/>
          </a:xfrm>
          <a:prstGeom prst="bentConnector3">
            <a:avLst>
              <a:gd name="adj1" fmla="val 837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3" name="Oval 1282">
            <a:extLst>
              <a:ext uri="{FF2B5EF4-FFF2-40B4-BE49-F238E27FC236}">
                <a16:creationId xmlns:a16="http://schemas.microsoft.com/office/drawing/2014/main" id="{9F6E3B9D-22AF-F0AC-A84F-61B98505BA47}"/>
              </a:ext>
            </a:extLst>
          </p:cNvPr>
          <p:cNvSpPr/>
          <p:nvPr/>
        </p:nvSpPr>
        <p:spPr>
          <a:xfrm>
            <a:off x="2195949" y="4773824"/>
            <a:ext cx="256737" cy="21814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</a:p>
        </p:txBody>
      </p:sp>
      <p:cxnSp>
        <p:nvCxnSpPr>
          <p:cNvPr id="1285" name="Connector: Elbow 1284">
            <a:extLst>
              <a:ext uri="{FF2B5EF4-FFF2-40B4-BE49-F238E27FC236}">
                <a16:creationId xmlns:a16="http://schemas.microsoft.com/office/drawing/2014/main" id="{FE1465DB-4909-0B60-DA30-FBEC71603C66}"/>
              </a:ext>
            </a:extLst>
          </p:cNvPr>
          <p:cNvCxnSpPr>
            <a:stCxn id="1283" idx="2"/>
            <a:endCxn id="1106" idx="3"/>
          </p:cNvCxnSpPr>
          <p:nvPr/>
        </p:nvCxnSpPr>
        <p:spPr>
          <a:xfrm rot="10800000" flipV="1">
            <a:off x="1925437" y="4882896"/>
            <a:ext cx="270512" cy="98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5" name="Group 1294">
            <a:extLst>
              <a:ext uri="{FF2B5EF4-FFF2-40B4-BE49-F238E27FC236}">
                <a16:creationId xmlns:a16="http://schemas.microsoft.com/office/drawing/2014/main" id="{33910E78-FF82-6744-B9DA-DD75AE59337B}"/>
              </a:ext>
            </a:extLst>
          </p:cNvPr>
          <p:cNvGrpSpPr/>
          <p:nvPr/>
        </p:nvGrpSpPr>
        <p:grpSpPr>
          <a:xfrm>
            <a:off x="1334790" y="143256"/>
            <a:ext cx="2111955" cy="3531782"/>
            <a:chOff x="1334790" y="143256"/>
            <a:chExt cx="2111955" cy="3531782"/>
          </a:xfrm>
        </p:grpSpPr>
        <p:grpSp>
          <p:nvGrpSpPr>
            <p:cNvPr id="1249" name="Group 1248">
              <a:extLst>
                <a:ext uri="{FF2B5EF4-FFF2-40B4-BE49-F238E27FC236}">
                  <a16:creationId xmlns:a16="http://schemas.microsoft.com/office/drawing/2014/main" id="{5BFC26A4-2449-034C-6ADC-A8B9A7F90EA3}"/>
                </a:ext>
              </a:extLst>
            </p:cNvPr>
            <p:cNvGrpSpPr/>
            <p:nvPr/>
          </p:nvGrpSpPr>
          <p:grpSpPr>
            <a:xfrm>
              <a:off x="1334790" y="284460"/>
              <a:ext cx="1611002" cy="3390578"/>
              <a:chOff x="2823507" y="2125373"/>
              <a:chExt cx="1892716" cy="4489905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FA70223-C69B-107B-4A28-B1CEA9E8FDF0}"/>
                  </a:ext>
                </a:extLst>
              </p:cNvPr>
              <p:cNvSpPr/>
              <p:nvPr/>
            </p:nvSpPr>
            <p:spPr>
              <a:xfrm>
                <a:off x="2823507" y="6390883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9E9B8C1-F6C3-12A1-3D5D-B6C0D5F600A0}"/>
                  </a:ext>
                </a:extLst>
              </p:cNvPr>
              <p:cNvSpPr/>
              <p:nvPr/>
            </p:nvSpPr>
            <p:spPr>
              <a:xfrm>
                <a:off x="2823507" y="5995220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c2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F139C82-8F83-2BB1-96F3-1610BFCCBB98}"/>
                  </a:ext>
                </a:extLst>
              </p:cNvPr>
              <p:cNvSpPr/>
              <p:nvPr/>
            </p:nvSpPr>
            <p:spPr>
              <a:xfrm>
                <a:off x="3485829" y="5714181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c3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0475379-9A44-E589-970B-E38AB7018F6A}"/>
                  </a:ext>
                </a:extLst>
              </p:cNvPr>
              <p:cNvSpPr/>
              <p:nvPr/>
            </p:nvSpPr>
            <p:spPr>
              <a:xfrm>
                <a:off x="3485829" y="5327857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c4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817E8A2-1FCD-0619-8325-9349F9B7923A}"/>
                  </a:ext>
                </a:extLst>
              </p:cNvPr>
              <p:cNvSpPr/>
              <p:nvPr/>
            </p:nvSpPr>
            <p:spPr>
              <a:xfrm>
                <a:off x="2823507" y="4974201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c5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127E7F2C-627F-2CC6-FA94-C8BF479BDB75}"/>
                  </a:ext>
                </a:extLst>
              </p:cNvPr>
              <p:cNvCxnSpPr>
                <a:stCxn id="39" idx="0"/>
                <a:endCxn id="40" idx="2"/>
              </p:cNvCxnSpPr>
              <p:nvPr/>
            </p:nvCxnSpPr>
            <p:spPr>
              <a:xfrm flipV="1">
                <a:off x="3116183" y="6219615"/>
                <a:ext cx="0" cy="1712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D205A977-BFB1-1C77-3B96-A50B2EFE7930}"/>
                  </a:ext>
                </a:extLst>
              </p:cNvPr>
              <p:cNvCxnSpPr>
                <a:stCxn id="40" idx="3"/>
                <a:endCxn id="41" idx="2"/>
              </p:cNvCxnSpPr>
              <p:nvPr/>
            </p:nvCxnSpPr>
            <p:spPr>
              <a:xfrm flipV="1">
                <a:off x="3408859" y="5938576"/>
                <a:ext cx="369646" cy="16884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D86D6429-FD58-DBB0-9635-846A6152DC55}"/>
                  </a:ext>
                </a:extLst>
              </p:cNvPr>
              <p:cNvCxnSpPr>
                <a:stCxn id="41" idx="0"/>
                <a:endCxn id="42" idx="2"/>
              </p:cNvCxnSpPr>
              <p:nvPr/>
            </p:nvCxnSpPr>
            <p:spPr>
              <a:xfrm flipV="1">
                <a:off x="3778505" y="5552252"/>
                <a:ext cx="0" cy="1619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45677001-B450-977D-0E7C-AAB861448404}"/>
                  </a:ext>
                </a:extLst>
              </p:cNvPr>
              <p:cNvCxnSpPr>
                <a:cxnSpLocks/>
                <a:stCxn id="42" idx="0"/>
                <a:endCxn id="43" idx="3"/>
              </p:cNvCxnSpPr>
              <p:nvPr/>
            </p:nvCxnSpPr>
            <p:spPr>
              <a:xfrm rot="16200000" flipV="1">
                <a:off x="3472953" y="5022305"/>
                <a:ext cx="241458" cy="36964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72320A5-9B22-AE13-52B9-D4F8C56FF8D0}"/>
                  </a:ext>
                </a:extLst>
              </p:cNvPr>
              <p:cNvCxnSpPr>
                <a:stCxn id="40" idx="0"/>
                <a:endCxn id="43" idx="2"/>
              </p:cNvCxnSpPr>
              <p:nvPr/>
            </p:nvCxnSpPr>
            <p:spPr>
              <a:xfrm flipV="1">
                <a:off x="3116183" y="5198596"/>
                <a:ext cx="0" cy="79662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E0E7E205-250E-7C70-8ED8-C79CA1E121E8}"/>
                  </a:ext>
                </a:extLst>
              </p:cNvPr>
              <p:cNvSpPr/>
              <p:nvPr/>
            </p:nvSpPr>
            <p:spPr>
              <a:xfrm>
                <a:off x="4130871" y="4575889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c6</a:t>
                </a:r>
              </a:p>
            </p:txBody>
          </p:sp>
          <p:cxnSp>
            <p:nvCxnSpPr>
              <p:cNvPr id="1081" name="Connector: Elbow 1080">
                <a:extLst>
                  <a:ext uri="{FF2B5EF4-FFF2-40B4-BE49-F238E27FC236}">
                    <a16:creationId xmlns:a16="http://schemas.microsoft.com/office/drawing/2014/main" id="{67AE3882-6402-FA6A-BC82-19EA3994747B}"/>
                  </a:ext>
                </a:extLst>
              </p:cNvPr>
              <p:cNvCxnSpPr>
                <a:stCxn id="42" idx="3"/>
                <a:endCxn id="1077" idx="2"/>
              </p:cNvCxnSpPr>
              <p:nvPr/>
            </p:nvCxnSpPr>
            <p:spPr>
              <a:xfrm flipV="1">
                <a:off x="4071181" y="4800284"/>
                <a:ext cx="352366" cy="63977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5A7286B0-EF14-4E42-B7DA-9EE995FF91F6}"/>
                  </a:ext>
                </a:extLst>
              </p:cNvPr>
              <p:cNvSpPr/>
              <p:nvPr/>
            </p:nvSpPr>
            <p:spPr>
              <a:xfrm>
                <a:off x="4130871" y="4174232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c8</a:t>
                </a:r>
              </a:p>
            </p:txBody>
          </p:sp>
          <p:cxnSp>
            <p:nvCxnSpPr>
              <p:cNvPr id="1141" name="Straight Arrow Connector 1140">
                <a:extLst>
                  <a:ext uri="{FF2B5EF4-FFF2-40B4-BE49-F238E27FC236}">
                    <a16:creationId xmlns:a16="http://schemas.microsoft.com/office/drawing/2014/main" id="{9752FBA1-7ACF-0A86-043D-B708B655C402}"/>
                  </a:ext>
                </a:extLst>
              </p:cNvPr>
              <p:cNvCxnSpPr>
                <a:stCxn id="1077" idx="0"/>
                <a:endCxn id="1139" idx="2"/>
              </p:cNvCxnSpPr>
              <p:nvPr/>
            </p:nvCxnSpPr>
            <p:spPr>
              <a:xfrm flipV="1">
                <a:off x="4423547" y="4398627"/>
                <a:ext cx="0" cy="1772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25A8AD2D-D43D-65D0-903A-1B4D8662D032}"/>
                  </a:ext>
                </a:extLst>
              </p:cNvPr>
              <p:cNvSpPr/>
              <p:nvPr/>
            </p:nvSpPr>
            <p:spPr>
              <a:xfrm>
                <a:off x="3485829" y="3852625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c10</a:t>
                </a:r>
              </a:p>
            </p:txBody>
          </p:sp>
          <p:cxnSp>
            <p:nvCxnSpPr>
              <p:cNvPr id="1149" name="Straight Arrow Connector 1148">
                <a:extLst>
                  <a:ext uri="{FF2B5EF4-FFF2-40B4-BE49-F238E27FC236}">
                    <a16:creationId xmlns:a16="http://schemas.microsoft.com/office/drawing/2014/main" id="{F365BEE4-16F9-08F9-BF0B-89DB371622A1}"/>
                  </a:ext>
                </a:extLst>
              </p:cNvPr>
              <p:cNvCxnSpPr>
                <a:stCxn id="42" idx="0"/>
                <a:endCxn id="1147" idx="2"/>
              </p:cNvCxnSpPr>
              <p:nvPr/>
            </p:nvCxnSpPr>
            <p:spPr>
              <a:xfrm flipV="1">
                <a:off x="3778505" y="4077020"/>
                <a:ext cx="0" cy="12508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39700755-C226-CFE8-5787-C8B37D44DD63}"/>
                  </a:ext>
                </a:extLst>
              </p:cNvPr>
              <p:cNvSpPr/>
              <p:nvPr/>
            </p:nvSpPr>
            <p:spPr>
              <a:xfrm>
                <a:off x="3485829" y="3447288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c11</a:t>
                </a:r>
              </a:p>
            </p:txBody>
          </p:sp>
          <p:cxnSp>
            <p:nvCxnSpPr>
              <p:cNvPr id="1163" name="Straight Arrow Connector 1162">
                <a:extLst>
                  <a:ext uri="{FF2B5EF4-FFF2-40B4-BE49-F238E27FC236}">
                    <a16:creationId xmlns:a16="http://schemas.microsoft.com/office/drawing/2014/main" id="{FB5DE372-9A47-7CAF-D047-17C50BB7B992}"/>
                  </a:ext>
                </a:extLst>
              </p:cNvPr>
              <p:cNvCxnSpPr>
                <a:stCxn id="1147" idx="0"/>
                <a:endCxn id="1161" idx="2"/>
              </p:cNvCxnSpPr>
              <p:nvPr/>
            </p:nvCxnSpPr>
            <p:spPr>
              <a:xfrm flipV="1">
                <a:off x="3778505" y="3671683"/>
                <a:ext cx="0" cy="1809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7801F008-E12B-1FB5-183E-095BEA6AD4B9}"/>
                  </a:ext>
                </a:extLst>
              </p:cNvPr>
              <p:cNvSpPr/>
              <p:nvPr/>
            </p:nvSpPr>
            <p:spPr>
              <a:xfrm>
                <a:off x="4130871" y="3153964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c12</a:t>
                </a:r>
              </a:p>
            </p:txBody>
          </p:sp>
          <p:cxnSp>
            <p:nvCxnSpPr>
              <p:cNvPr id="1172" name="Straight Arrow Connector 1171">
                <a:extLst>
                  <a:ext uri="{FF2B5EF4-FFF2-40B4-BE49-F238E27FC236}">
                    <a16:creationId xmlns:a16="http://schemas.microsoft.com/office/drawing/2014/main" id="{24FD7875-DC2C-1579-70FF-FB02D66EC5BF}"/>
                  </a:ext>
                </a:extLst>
              </p:cNvPr>
              <p:cNvCxnSpPr>
                <a:stCxn id="1139" idx="0"/>
                <a:endCxn id="1170" idx="2"/>
              </p:cNvCxnSpPr>
              <p:nvPr/>
            </p:nvCxnSpPr>
            <p:spPr>
              <a:xfrm flipV="1">
                <a:off x="4423547" y="3378359"/>
                <a:ext cx="0" cy="7958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6D97B9AD-5CE0-A68B-C1C3-63007FB480AF}"/>
                  </a:ext>
                </a:extLst>
              </p:cNvPr>
              <p:cNvSpPr/>
              <p:nvPr/>
            </p:nvSpPr>
            <p:spPr>
              <a:xfrm>
                <a:off x="3485829" y="2854782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c14</a:t>
                </a:r>
              </a:p>
            </p:txBody>
          </p:sp>
          <p:cxnSp>
            <p:nvCxnSpPr>
              <p:cNvPr id="1179" name="Connector: Elbow 1178">
                <a:extLst>
                  <a:ext uri="{FF2B5EF4-FFF2-40B4-BE49-F238E27FC236}">
                    <a16:creationId xmlns:a16="http://schemas.microsoft.com/office/drawing/2014/main" id="{27AFFB34-3B3A-ED6B-3B5D-64AC375B5C59}"/>
                  </a:ext>
                </a:extLst>
              </p:cNvPr>
              <p:cNvCxnSpPr>
                <a:stCxn id="1170" idx="0"/>
                <a:endCxn id="1177" idx="3"/>
              </p:cNvCxnSpPr>
              <p:nvPr/>
            </p:nvCxnSpPr>
            <p:spPr>
              <a:xfrm rot="16200000" flipV="1">
                <a:off x="4153872" y="2884289"/>
                <a:ext cx="186984" cy="35236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" name="Straight Arrow Connector 1198">
                <a:extLst>
                  <a:ext uri="{FF2B5EF4-FFF2-40B4-BE49-F238E27FC236}">
                    <a16:creationId xmlns:a16="http://schemas.microsoft.com/office/drawing/2014/main" id="{CEB03F33-DB41-5E1A-4AA3-6B532002952C}"/>
                  </a:ext>
                </a:extLst>
              </p:cNvPr>
              <p:cNvCxnSpPr>
                <a:stCxn id="1161" idx="0"/>
                <a:endCxn id="1177" idx="2"/>
              </p:cNvCxnSpPr>
              <p:nvPr/>
            </p:nvCxnSpPr>
            <p:spPr>
              <a:xfrm flipV="1">
                <a:off x="3778505" y="3079177"/>
                <a:ext cx="0" cy="368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D224E7E7-8922-31F2-1D6D-8F2D5CB7A5BA}"/>
                  </a:ext>
                </a:extLst>
              </p:cNvPr>
              <p:cNvSpPr/>
              <p:nvPr/>
            </p:nvSpPr>
            <p:spPr>
              <a:xfrm>
                <a:off x="3476403" y="2449262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c16</a:t>
                </a:r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821BFCF4-09BB-6587-8C79-F2A4ABC7E76B}"/>
                  </a:ext>
                </a:extLst>
              </p:cNvPr>
              <p:cNvSpPr/>
              <p:nvPr/>
            </p:nvSpPr>
            <p:spPr>
              <a:xfrm>
                <a:off x="2823507" y="2125373"/>
                <a:ext cx="585352" cy="2243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c17</a:t>
                </a:r>
              </a:p>
            </p:txBody>
          </p:sp>
          <p:cxnSp>
            <p:nvCxnSpPr>
              <p:cNvPr id="1223" name="Straight Arrow Connector 1222">
                <a:extLst>
                  <a:ext uri="{FF2B5EF4-FFF2-40B4-BE49-F238E27FC236}">
                    <a16:creationId xmlns:a16="http://schemas.microsoft.com/office/drawing/2014/main" id="{A7B477C9-9C06-C87C-1F3B-F19E5BAE7605}"/>
                  </a:ext>
                </a:extLst>
              </p:cNvPr>
              <p:cNvCxnSpPr>
                <a:stCxn id="1177" idx="0"/>
                <a:endCxn id="1216" idx="2"/>
              </p:cNvCxnSpPr>
              <p:nvPr/>
            </p:nvCxnSpPr>
            <p:spPr>
              <a:xfrm flipH="1" flipV="1">
                <a:off x="3769079" y="2673657"/>
                <a:ext cx="9426" cy="1811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1" name="Connector: Elbow 1230">
                <a:extLst>
                  <a:ext uri="{FF2B5EF4-FFF2-40B4-BE49-F238E27FC236}">
                    <a16:creationId xmlns:a16="http://schemas.microsoft.com/office/drawing/2014/main" id="{7AB2AFCD-5D73-D8B7-0E60-B96AA25BFDAA}"/>
                  </a:ext>
                </a:extLst>
              </p:cNvPr>
              <p:cNvCxnSpPr>
                <a:stCxn id="1216" idx="0"/>
                <a:endCxn id="1217" idx="3"/>
              </p:cNvCxnSpPr>
              <p:nvPr/>
            </p:nvCxnSpPr>
            <p:spPr>
              <a:xfrm rot="16200000" flipV="1">
                <a:off x="3483124" y="2163307"/>
                <a:ext cx="211691" cy="36022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7" name="Straight Connector 1236">
                <a:extLst>
                  <a:ext uri="{FF2B5EF4-FFF2-40B4-BE49-F238E27FC236}">
                    <a16:creationId xmlns:a16="http://schemas.microsoft.com/office/drawing/2014/main" id="{E7C2D35B-0C10-15F3-AE2E-E22AD3E3AD03}"/>
                  </a:ext>
                </a:extLst>
              </p:cNvPr>
              <p:cNvCxnSpPr>
                <a:stCxn id="43" idx="0"/>
                <a:endCxn id="1217" idx="2"/>
              </p:cNvCxnSpPr>
              <p:nvPr/>
            </p:nvCxnSpPr>
            <p:spPr>
              <a:xfrm flipV="1">
                <a:off x="3116183" y="2349768"/>
                <a:ext cx="0" cy="26244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8" name="Oval 1257">
              <a:extLst>
                <a:ext uri="{FF2B5EF4-FFF2-40B4-BE49-F238E27FC236}">
                  <a16:creationId xmlns:a16="http://schemas.microsoft.com/office/drawing/2014/main" id="{44D57207-BE15-2366-831D-9AF0DE2A1633}"/>
                </a:ext>
              </a:extLst>
            </p:cNvPr>
            <p:cNvSpPr/>
            <p:nvPr/>
          </p:nvSpPr>
          <p:spPr>
            <a:xfrm>
              <a:off x="2109216" y="143256"/>
              <a:ext cx="256737" cy="21814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cxnSp>
          <p:nvCxnSpPr>
            <p:cNvPr id="1266" name="Connector: Elbow 1265">
              <a:extLst>
                <a:ext uri="{FF2B5EF4-FFF2-40B4-BE49-F238E27FC236}">
                  <a16:creationId xmlns:a16="http://schemas.microsoft.com/office/drawing/2014/main" id="{114BCFEA-DA7E-6CF0-9104-86F5518E6160}"/>
                </a:ext>
              </a:extLst>
            </p:cNvPr>
            <p:cNvCxnSpPr>
              <a:stCxn id="1258" idx="2"/>
              <a:endCxn id="1217" idx="3"/>
            </p:cNvCxnSpPr>
            <p:nvPr/>
          </p:nvCxnSpPr>
          <p:spPr>
            <a:xfrm rot="10800000" flipV="1">
              <a:off x="1833018" y="252327"/>
              <a:ext cx="276198" cy="11685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2" name="Oval 1271">
              <a:extLst>
                <a:ext uri="{FF2B5EF4-FFF2-40B4-BE49-F238E27FC236}">
                  <a16:creationId xmlns:a16="http://schemas.microsoft.com/office/drawing/2014/main" id="{FE24F010-B6D5-5B68-CFF4-F7C8D8956AC1}"/>
                </a:ext>
              </a:extLst>
            </p:cNvPr>
            <p:cNvSpPr/>
            <p:nvPr/>
          </p:nvSpPr>
          <p:spPr>
            <a:xfrm>
              <a:off x="2647998" y="370542"/>
              <a:ext cx="256737" cy="21814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cxnSp>
          <p:nvCxnSpPr>
            <p:cNvPr id="1280" name="Connector: Elbow 1279">
              <a:extLst>
                <a:ext uri="{FF2B5EF4-FFF2-40B4-BE49-F238E27FC236}">
                  <a16:creationId xmlns:a16="http://schemas.microsoft.com/office/drawing/2014/main" id="{48DB351C-405C-70E7-CE89-68B8810F9C11}"/>
                </a:ext>
              </a:extLst>
            </p:cNvPr>
            <p:cNvCxnSpPr>
              <a:stCxn id="1272" idx="2"/>
              <a:endCxn id="1216" idx="3"/>
            </p:cNvCxnSpPr>
            <p:nvPr/>
          </p:nvCxnSpPr>
          <p:spPr>
            <a:xfrm rot="10800000" flipV="1">
              <a:off x="2388736" y="479614"/>
              <a:ext cx="259262" cy="13416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6" name="Oval 1285">
              <a:extLst>
                <a:ext uri="{FF2B5EF4-FFF2-40B4-BE49-F238E27FC236}">
                  <a16:creationId xmlns:a16="http://schemas.microsoft.com/office/drawing/2014/main" id="{D6D0D219-A8BD-4B51-E126-7CD732927B3A}"/>
                </a:ext>
              </a:extLst>
            </p:cNvPr>
            <p:cNvSpPr/>
            <p:nvPr/>
          </p:nvSpPr>
          <p:spPr>
            <a:xfrm>
              <a:off x="3190008" y="915056"/>
              <a:ext cx="256737" cy="21814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</a:t>
              </a:r>
            </a:p>
          </p:txBody>
        </p:sp>
        <p:cxnSp>
          <p:nvCxnSpPr>
            <p:cNvPr id="1288" name="Connector: Elbow 1287">
              <a:extLst>
                <a:ext uri="{FF2B5EF4-FFF2-40B4-BE49-F238E27FC236}">
                  <a16:creationId xmlns:a16="http://schemas.microsoft.com/office/drawing/2014/main" id="{6B4432B4-7B9B-5340-5864-4C66E0239291}"/>
                </a:ext>
              </a:extLst>
            </p:cNvPr>
            <p:cNvCxnSpPr>
              <a:stCxn id="1286" idx="2"/>
              <a:endCxn id="1170" idx="3"/>
            </p:cNvCxnSpPr>
            <p:nvPr/>
          </p:nvCxnSpPr>
          <p:spPr>
            <a:xfrm rot="10800000" flipV="1">
              <a:off x="2945792" y="1024128"/>
              <a:ext cx="244216" cy="12180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4" name="Group 1293">
            <a:extLst>
              <a:ext uri="{FF2B5EF4-FFF2-40B4-BE49-F238E27FC236}">
                <a16:creationId xmlns:a16="http://schemas.microsoft.com/office/drawing/2014/main" id="{0AA41422-9E21-C8A8-451D-B13614793F48}"/>
              </a:ext>
            </a:extLst>
          </p:cNvPr>
          <p:cNvGrpSpPr/>
          <p:nvPr/>
        </p:nvGrpSpPr>
        <p:grpSpPr>
          <a:xfrm>
            <a:off x="6971825" y="179175"/>
            <a:ext cx="2145994" cy="3419713"/>
            <a:chOff x="6971825" y="179175"/>
            <a:chExt cx="2145994" cy="3419713"/>
          </a:xfrm>
        </p:grpSpPr>
        <p:grpSp>
          <p:nvGrpSpPr>
            <p:cNvPr id="1293" name="Group 1292">
              <a:extLst>
                <a:ext uri="{FF2B5EF4-FFF2-40B4-BE49-F238E27FC236}">
                  <a16:creationId xmlns:a16="http://schemas.microsoft.com/office/drawing/2014/main" id="{5FB21B87-1A48-1312-EBAA-A7FDE62F9ED7}"/>
                </a:ext>
              </a:extLst>
            </p:cNvPr>
            <p:cNvGrpSpPr/>
            <p:nvPr/>
          </p:nvGrpSpPr>
          <p:grpSpPr>
            <a:xfrm>
              <a:off x="6971825" y="378330"/>
              <a:ext cx="1611002" cy="3220558"/>
              <a:chOff x="6971825" y="378330"/>
              <a:chExt cx="1611002" cy="3220558"/>
            </a:xfrm>
          </p:grpSpPr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BCE79B8B-0F0D-3990-06FF-8801788A1565}"/>
                  </a:ext>
                </a:extLst>
              </p:cNvPr>
              <p:cNvSpPr/>
              <p:nvPr/>
            </p:nvSpPr>
            <p:spPr>
              <a:xfrm>
                <a:off x="6971825" y="3429435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</a:t>
                </a:r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67827B8D-E238-C870-C9BF-2DF0EBACA139}"/>
                  </a:ext>
                </a:extLst>
              </p:cNvPr>
              <p:cNvSpPr/>
              <p:nvPr/>
            </p:nvSpPr>
            <p:spPr>
              <a:xfrm>
                <a:off x="6971825" y="3130648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c2</a:t>
                </a:r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492A5232-4502-95B1-157A-32B2BF712373}"/>
                  </a:ext>
                </a:extLst>
              </p:cNvPr>
              <p:cNvSpPr/>
              <p:nvPr/>
            </p:nvSpPr>
            <p:spPr>
              <a:xfrm>
                <a:off x="7535566" y="2918419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c3</a:t>
                </a:r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61E0BBF7-2A4C-EEE8-34B0-4163A4ABC69C}"/>
                  </a:ext>
                </a:extLst>
              </p:cNvPr>
              <p:cNvSpPr/>
              <p:nvPr/>
            </p:nvSpPr>
            <p:spPr>
              <a:xfrm>
                <a:off x="7535566" y="2626684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c4</a:t>
                </a:r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AE84EFD2-E4FC-DC7E-9BC8-A8E5DE5C7B47}"/>
                  </a:ext>
                </a:extLst>
              </p:cNvPr>
              <p:cNvSpPr/>
              <p:nvPr/>
            </p:nvSpPr>
            <p:spPr>
              <a:xfrm>
                <a:off x="6971825" y="2359619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c5</a:t>
                </a:r>
              </a:p>
            </p:txBody>
          </p:sp>
          <p:cxnSp>
            <p:nvCxnSpPr>
              <p:cNvPr id="1127" name="Straight Arrow Connector 1126">
                <a:extLst>
                  <a:ext uri="{FF2B5EF4-FFF2-40B4-BE49-F238E27FC236}">
                    <a16:creationId xmlns:a16="http://schemas.microsoft.com/office/drawing/2014/main" id="{11445F82-4ACC-21B8-7899-FE538E77E22A}"/>
                  </a:ext>
                </a:extLst>
              </p:cNvPr>
              <p:cNvCxnSpPr>
                <a:stCxn id="1122" idx="0"/>
                <a:endCxn id="1123" idx="2"/>
              </p:cNvCxnSpPr>
              <p:nvPr/>
            </p:nvCxnSpPr>
            <p:spPr>
              <a:xfrm flipV="1">
                <a:off x="7220939" y="3300101"/>
                <a:ext cx="0" cy="129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" name="Connector: Elbow 1127">
                <a:extLst>
                  <a:ext uri="{FF2B5EF4-FFF2-40B4-BE49-F238E27FC236}">
                    <a16:creationId xmlns:a16="http://schemas.microsoft.com/office/drawing/2014/main" id="{882A2E47-2F57-67CA-C886-045083CA4348}"/>
                  </a:ext>
                </a:extLst>
              </p:cNvPr>
              <p:cNvCxnSpPr>
                <a:stCxn id="1123" idx="3"/>
                <a:endCxn id="1124" idx="2"/>
              </p:cNvCxnSpPr>
              <p:nvPr/>
            </p:nvCxnSpPr>
            <p:spPr>
              <a:xfrm flipV="1">
                <a:off x="7470053" y="3087872"/>
                <a:ext cx="314627" cy="12750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" name="Straight Arrow Connector 1128">
                <a:extLst>
                  <a:ext uri="{FF2B5EF4-FFF2-40B4-BE49-F238E27FC236}">
                    <a16:creationId xmlns:a16="http://schemas.microsoft.com/office/drawing/2014/main" id="{DE3BAFA1-F657-6E20-BA07-4F8A32921AC5}"/>
                  </a:ext>
                </a:extLst>
              </p:cNvPr>
              <p:cNvCxnSpPr>
                <a:stCxn id="1124" idx="0"/>
                <a:endCxn id="1125" idx="2"/>
              </p:cNvCxnSpPr>
              <p:nvPr/>
            </p:nvCxnSpPr>
            <p:spPr>
              <a:xfrm flipV="1">
                <a:off x="7784680" y="2796138"/>
                <a:ext cx="0" cy="1222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" name="Connector: Elbow 1129">
                <a:extLst>
                  <a:ext uri="{FF2B5EF4-FFF2-40B4-BE49-F238E27FC236}">
                    <a16:creationId xmlns:a16="http://schemas.microsoft.com/office/drawing/2014/main" id="{5FCBF397-D1D3-E339-CD8F-B58847B49777}"/>
                  </a:ext>
                </a:extLst>
              </p:cNvPr>
              <p:cNvCxnSpPr>
                <a:cxnSpLocks/>
                <a:stCxn id="1125" idx="0"/>
                <a:endCxn id="1126" idx="3"/>
              </p:cNvCxnSpPr>
              <p:nvPr/>
            </p:nvCxnSpPr>
            <p:spPr>
              <a:xfrm rot="16200000" flipV="1">
                <a:off x="7536197" y="2378201"/>
                <a:ext cx="182338" cy="31462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" name="Straight Connector 1130">
                <a:extLst>
                  <a:ext uri="{FF2B5EF4-FFF2-40B4-BE49-F238E27FC236}">
                    <a16:creationId xmlns:a16="http://schemas.microsoft.com/office/drawing/2014/main" id="{ADEE43C8-C980-0CFD-0F79-2C734C7AC42D}"/>
                  </a:ext>
                </a:extLst>
              </p:cNvPr>
              <p:cNvCxnSpPr>
                <a:stCxn id="1123" idx="0"/>
                <a:endCxn id="1126" idx="2"/>
              </p:cNvCxnSpPr>
              <p:nvPr/>
            </p:nvCxnSpPr>
            <p:spPr>
              <a:xfrm flipV="1">
                <a:off x="7220939" y="2529072"/>
                <a:ext cx="0" cy="6015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34060302-328F-6D5B-ECEA-0318385A780B}"/>
                  </a:ext>
                </a:extLst>
              </p:cNvPr>
              <p:cNvSpPr/>
              <p:nvPr/>
            </p:nvSpPr>
            <p:spPr>
              <a:xfrm>
                <a:off x="8084599" y="2058831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c9</a:t>
                </a:r>
              </a:p>
            </p:txBody>
          </p:sp>
          <p:cxnSp>
            <p:nvCxnSpPr>
              <p:cNvPr id="1133" name="Connector: Elbow 1132">
                <a:extLst>
                  <a:ext uri="{FF2B5EF4-FFF2-40B4-BE49-F238E27FC236}">
                    <a16:creationId xmlns:a16="http://schemas.microsoft.com/office/drawing/2014/main" id="{CC07D4A6-E8C5-BD4C-F3A7-1712CEBAA735}"/>
                  </a:ext>
                </a:extLst>
              </p:cNvPr>
              <p:cNvCxnSpPr>
                <a:stCxn id="1125" idx="3"/>
                <a:endCxn id="1132" idx="2"/>
              </p:cNvCxnSpPr>
              <p:nvPr/>
            </p:nvCxnSpPr>
            <p:spPr>
              <a:xfrm flipV="1">
                <a:off x="8033794" y="2228285"/>
                <a:ext cx="299919" cy="48312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B198D0C5-D4CA-FDA9-6416-4F4440D66CC8}"/>
                  </a:ext>
                </a:extLst>
              </p:cNvPr>
              <p:cNvSpPr/>
              <p:nvPr/>
            </p:nvSpPr>
            <p:spPr>
              <a:xfrm>
                <a:off x="7535566" y="1818651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c10</a:t>
                </a:r>
              </a:p>
            </p:txBody>
          </p:sp>
          <p:cxnSp>
            <p:nvCxnSpPr>
              <p:cNvPr id="1155" name="Straight Arrow Connector 1154">
                <a:extLst>
                  <a:ext uri="{FF2B5EF4-FFF2-40B4-BE49-F238E27FC236}">
                    <a16:creationId xmlns:a16="http://schemas.microsoft.com/office/drawing/2014/main" id="{BB07F924-D69A-400E-682D-F927641DA1AB}"/>
                  </a:ext>
                </a:extLst>
              </p:cNvPr>
              <p:cNvCxnSpPr>
                <a:stCxn id="1125" idx="0"/>
                <a:endCxn id="1151" idx="2"/>
              </p:cNvCxnSpPr>
              <p:nvPr/>
            </p:nvCxnSpPr>
            <p:spPr>
              <a:xfrm flipV="1">
                <a:off x="7784680" y="1988104"/>
                <a:ext cx="0" cy="6385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BF917043-4352-FC6D-D4F2-8640C4CD79DE}"/>
                  </a:ext>
                </a:extLst>
              </p:cNvPr>
              <p:cNvSpPr/>
              <p:nvPr/>
            </p:nvSpPr>
            <p:spPr>
              <a:xfrm>
                <a:off x="7535566" y="1509875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c11</a:t>
                </a:r>
              </a:p>
            </p:txBody>
          </p:sp>
          <p:cxnSp>
            <p:nvCxnSpPr>
              <p:cNvPr id="1169" name="Straight Arrow Connector 1168">
                <a:extLst>
                  <a:ext uri="{FF2B5EF4-FFF2-40B4-BE49-F238E27FC236}">
                    <a16:creationId xmlns:a16="http://schemas.microsoft.com/office/drawing/2014/main" id="{8A9B79B5-81C0-A041-BBD3-B1B86F5E3118}"/>
                  </a:ext>
                </a:extLst>
              </p:cNvPr>
              <p:cNvCxnSpPr>
                <a:stCxn id="1151" idx="0"/>
                <a:endCxn id="1165" idx="2"/>
              </p:cNvCxnSpPr>
              <p:nvPr/>
            </p:nvCxnSpPr>
            <p:spPr>
              <a:xfrm flipV="1">
                <a:off x="7784680" y="1679328"/>
                <a:ext cx="0" cy="1393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6FB80A1B-C534-BF2D-F9C3-29EF2AFA07FE}"/>
                  </a:ext>
                </a:extLst>
              </p:cNvPr>
              <p:cNvSpPr/>
              <p:nvPr/>
            </p:nvSpPr>
            <p:spPr>
              <a:xfrm>
                <a:off x="8084599" y="1283067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c13</a:t>
                </a:r>
              </a:p>
            </p:txBody>
          </p:sp>
          <p:cxnSp>
            <p:nvCxnSpPr>
              <p:cNvPr id="1175" name="Straight Arrow Connector 1174">
                <a:extLst>
                  <a:ext uri="{FF2B5EF4-FFF2-40B4-BE49-F238E27FC236}">
                    <a16:creationId xmlns:a16="http://schemas.microsoft.com/office/drawing/2014/main" id="{79B71B89-4A99-A8AD-1BF4-80FD952B4984}"/>
                  </a:ext>
                </a:extLst>
              </p:cNvPr>
              <p:cNvCxnSpPr>
                <a:stCxn id="1132" idx="0"/>
                <a:endCxn id="1173" idx="2"/>
              </p:cNvCxnSpPr>
              <p:nvPr/>
            </p:nvCxnSpPr>
            <p:spPr>
              <a:xfrm flipV="1">
                <a:off x="8333713" y="1452520"/>
                <a:ext cx="0" cy="6063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8" name="Rectangle 1187">
                <a:extLst>
                  <a:ext uri="{FF2B5EF4-FFF2-40B4-BE49-F238E27FC236}">
                    <a16:creationId xmlns:a16="http://schemas.microsoft.com/office/drawing/2014/main" id="{C00024D3-A9F3-B872-D250-EDE24F021095}"/>
                  </a:ext>
                </a:extLst>
              </p:cNvPr>
              <p:cNvSpPr/>
              <p:nvPr/>
            </p:nvSpPr>
            <p:spPr>
              <a:xfrm>
                <a:off x="7535566" y="1043344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c14</a:t>
                </a:r>
              </a:p>
            </p:txBody>
          </p:sp>
          <p:cxnSp>
            <p:nvCxnSpPr>
              <p:cNvPr id="1190" name="Straight Arrow Connector 1189">
                <a:extLst>
                  <a:ext uri="{FF2B5EF4-FFF2-40B4-BE49-F238E27FC236}">
                    <a16:creationId xmlns:a16="http://schemas.microsoft.com/office/drawing/2014/main" id="{C45683A8-B123-0FBC-2747-66B748C330F5}"/>
                  </a:ext>
                </a:extLst>
              </p:cNvPr>
              <p:cNvCxnSpPr>
                <a:stCxn id="1165" idx="0"/>
                <a:endCxn id="1188" idx="2"/>
              </p:cNvCxnSpPr>
              <p:nvPr/>
            </p:nvCxnSpPr>
            <p:spPr>
              <a:xfrm flipV="1">
                <a:off x="7784680" y="1212798"/>
                <a:ext cx="0" cy="2970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D429043B-8C51-EDD0-9834-5F057A7D3156}"/>
                  </a:ext>
                </a:extLst>
              </p:cNvPr>
              <p:cNvSpPr/>
              <p:nvPr/>
            </p:nvSpPr>
            <p:spPr>
              <a:xfrm>
                <a:off x="8084599" y="836436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c15</a:t>
                </a:r>
              </a:p>
            </p:txBody>
          </p:sp>
          <p:cxnSp>
            <p:nvCxnSpPr>
              <p:cNvPr id="1195" name="Connector: Elbow 1194">
                <a:extLst>
                  <a:ext uri="{FF2B5EF4-FFF2-40B4-BE49-F238E27FC236}">
                    <a16:creationId xmlns:a16="http://schemas.microsoft.com/office/drawing/2014/main" id="{A0C06717-9F67-208F-C487-A072AD83B011}"/>
                  </a:ext>
                </a:extLst>
              </p:cNvPr>
              <p:cNvCxnSpPr>
                <a:stCxn id="1188" idx="0"/>
                <a:endCxn id="1191" idx="1"/>
              </p:cNvCxnSpPr>
              <p:nvPr/>
            </p:nvCxnSpPr>
            <p:spPr>
              <a:xfrm rot="5400000" flipH="1" flipV="1">
                <a:off x="7873549" y="832294"/>
                <a:ext cx="122181" cy="29991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7" name="Straight Arrow Connector 1196">
                <a:extLst>
                  <a:ext uri="{FF2B5EF4-FFF2-40B4-BE49-F238E27FC236}">
                    <a16:creationId xmlns:a16="http://schemas.microsoft.com/office/drawing/2014/main" id="{1C98DD5F-BA13-B893-1707-8EBCF4D491B9}"/>
                  </a:ext>
                </a:extLst>
              </p:cNvPr>
              <p:cNvCxnSpPr>
                <a:stCxn id="1173" idx="0"/>
                <a:endCxn id="1191" idx="2"/>
              </p:cNvCxnSpPr>
              <p:nvPr/>
            </p:nvCxnSpPr>
            <p:spPr>
              <a:xfrm flipV="1">
                <a:off x="8333713" y="1005889"/>
                <a:ext cx="0" cy="2771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93298E1E-E231-2C53-6402-82EDC0E0671D}"/>
                  </a:ext>
                </a:extLst>
              </p:cNvPr>
              <p:cNvSpPr/>
              <p:nvPr/>
            </p:nvSpPr>
            <p:spPr>
              <a:xfrm>
                <a:off x="7535566" y="611533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c16</a:t>
                </a:r>
              </a:p>
            </p:txBody>
          </p:sp>
          <p:cxnSp>
            <p:nvCxnSpPr>
              <p:cNvPr id="1202" name="Connector: Elbow 1201">
                <a:extLst>
                  <a:ext uri="{FF2B5EF4-FFF2-40B4-BE49-F238E27FC236}">
                    <a16:creationId xmlns:a16="http://schemas.microsoft.com/office/drawing/2014/main" id="{71EC9A41-5857-5C15-08E8-1E66A070BCEE}"/>
                  </a:ext>
                </a:extLst>
              </p:cNvPr>
              <p:cNvCxnSpPr>
                <a:stCxn id="1191" idx="0"/>
                <a:endCxn id="1200" idx="3"/>
              </p:cNvCxnSpPr>
              <p:nvPr/>
            </p:nvCxnSpPr>
            <p:spPr>
              <a:xfrm rot="16200000" flipV="1">
                <a:off x="8113666" y="616389"/>
                <a:ext cx="140176" cy="29991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66DD2A43-C559-CD65-B195-F424C6809D1E}"/>
                  </a:ext>
                </a:extLst>
              </p:cNvPr>
              <p:cNvCxnSpPr>
                <a:stCxn id="1188" idx="0"/>
                <a:endCxn id="1200" idx="2"/>
              </p:cNvCxnSpPr>
              <p:nvPr/>
            </p:nvCxnSpPr>
            <p:spPr>
              <a:xfrm flipV="1">
                <a:off x="7784680" y="780987"/>
                <a:ext cx="0" cy="2623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FB7ED676-827E-A328-AD63-30AEE19AD07B}"/>
                  </a:ext>
                </a:extLst>
              </p:cNvPr>
              <p:cNvSpPr/>
              <p:nvPr/>
            </p:nvSpPr>
            <p:spPr>
              <a:xfrm>
                <a:off x="6971825" y="378330"/>
                <a:ext cx="498228" cy="16945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c17</a:t>
                </a:r>
              </a:p>
            </p:txBody>
          </p:sp>
          <p:cxnSp>
            <p:nvCxnSpPr>
              <p:cNvPr id="1209" name="Connector: Elbow 1208">
                <a:extLst>
                  <a:ext uri="{FF2B5EF4-FFF2-40B4-BE49-F238E27FC236}">
                    <a16:creationId xmlns:a16="http://schemas.microsoft.com/office/drawing/2014/main" id="{4FA9751C-E30D-6007-7F25-556278308D61}"/>
                  </a:ext>
                </a:extLst>
              </p:cNvPr>
              <p:cNvCxnSpPr>
                <a:stCxn id="1200" idx="0"/>
                <a:endCxn id="1207" idx="3"/>
              </p:cNvCxnSpPr>
              <p:nvPr/>
            </p:nvCxnSpPr>
            <p:spPr>
              <a:xfrm rot="16200000" flipV="1">
                <a:off x="7553128" y="379982"/>
                <a:ext cx="148476" cy="31462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3" name="Straight Connector 1212">
                <a:extLst>
                  <a:ext uri="{FF2B5EF4-FFF2-40B4-BE49-F238E27FC236}">
                    <a16:creationId xmlns:a16="http://schemas.microsoft.com/office/drawing/2014/main" id="{1CD3A285-477B-75A6-3A2B-26A5D3DE462C}"/>
                  </a:ext>
                </a:extLst>
              </p:cNvPr>
              <p:cNvCxnSpPr>
                <a:stCxn id="1126" idx="0"/>
                <a:endCxn id="1207" idx="2"/>
              </p:cNvCxnSpPr>
              <p:nvPr/>
            </p:nvCxnSpPr>
            <p:spPr>
              <a:xfrm flipV="1">
                <a:off x="7220939" y="547783"/>
                <a:ext cx="0" cy="18118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7" name="Oval 1256">
              <a:extLst>
                <a:ext uri="{FF2B5EF4-FFF2-40B4-BE49-F238E27FC236}">
                  <a16:creationId xmlns:a16="http://schemas.microsoft.com/office/drawing/2014/main" id="{CD1008E0-5054-9D4C-35B4-768FE4B6E490}"/>
                </a:ext>
              </a:extLst>
            </p:cNvPr>
            <p:cNvSpPr/>
            <p:nvPr/>
          </p:nvSpPr>
          <p:spPr>
            <a:xfrm>
              <a:off x="7799832" y="179175"/>
              <a:ext cx="256737" cy="21814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273" name="Oval 1272">
              <a:extLst>
                <a:ext uri="{FF2B5EF4-FFF2-40B4-BE49-F238E27FC236}">
                  <a16:creationId xmlns:a16="http://schemas.microsoft.com/office/drawing/2014/main" id="{0C9A5A76-54B4-C4B2-9FE6-A0AEB2DECC3B}"/>
                </a:ext>
              </a:extLst>
            </p:cNvPr>
            <p:cNvSpPr/>
            <p:nvPr/>
          </p:nvSpPr>
          <p:spPr>
            <a:xfrm>
              <a:off x="8430417" y="375652"/>
              <a:ext cx="256737" cy="21814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</a:t>
              </a: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ABCE33AC-BE9A-ACDF-3DF6-3AE0EA12DA05}"/>
                </a:ext>
              </a:extLst>
            </p:cNvPr>
            <p:cNvSpPr/>
            <p:nvPr/>
          </p:nvSpPr>
          <p:spPr>
            <a:xfrm>
              <a:off x="8861082" y="714359"/>
              <a:ext cx="256737" cy="21814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</a:t>
              </a:r>
            </a:p>
          </p:txBody>
        </p:sp>
        <p:cxnSp>
          <p:nvCxnSpPr>
            <p:cNvPr id="1291" name="Connector: Elbow 1290">
              <a:extLst>
                <a:ext uri="{FF2B5EF4-FFF2-40B4-BE49-F238E27FC236}">
                  <a16:creationId xmlns:a16="http://schemas.microsoft.com/office/drawing/2014/main" id="{5608C810-1A6E-F47C-4466-3F994770830B}"/>
                </a:ext>
              </a:extLst>
            </p:cNvPr>
            <p:cNvCxnSpPr>
              <a:stCxn id="1289" idx="2"/>
              <a:endCxn id="1191" idx="3"/>
            </p:cNvCxnSpPr>
            <p:nvPr/>
          </p:nvCxnSpPr>
          <p:spPr>
            <a:xfrm rot="10800000" flipV="1">
              <a:off x="8582828" y="823431"/>
              <a:ext cx="278255" cy="9773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9" name="Straight Arrow Connector 1298">
            <a:extLst>
              <a:ext uri="{FF2B5EF4-FFF2-40B4-BE49-F238E27FC236}">
                <a16:creationId xmlns:a16="http://schemas.microsoft.com/office/drawing/2014/main" id="{9646D8D8-5166-B211-5421-81F7D2266C42}"/>
              </a:ext>
            </a:extLst>
          </p:cNvPr>
          <p:cNvCxnSpPr>
            <a:cxnSpLocks/>
          </p:cNvCxnSpPr>
          <p:nvPr/>
        </p:nvCxnSpPr>
        <p:spPr>
          <a:xfrm>
            <a:off x="3067900" y="2468880"/>
            <a:ext cx="813220" cy="599440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2" name="Straight Arrow Connector 1301">
            <a:extLst>
              <a:ext uri="{FF2B5EF4-FFF2-40B4-BE49-F238E27FC236}">
                <a16:creationId xmlns:a16="http://schemas.microsoft.com/office/drawing/2014/main" id="{3430EB18-AA94-A265-8B30-859233BD422B}"/>
              </a:ext>
            </a:extLst>
          </p:cNvPr>
          <p:cNvCxnSpPr>
            <a:cxnSpLocks/>
          </p:cNvCxnSpPr>
          <p:nvPr/>
        </p:nvCxnSpPr>
        <p:spPr>
          <a:xfrm flipV="1">
            <a:off x="5279539" y="1894735"/>
            <a:ext cx="1014665" cy="975465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3" name="Straight Arrow Connector 1302">
            <a:extLst>
              <a:ext uri="{FF2B5EF4-FFF2-40B4-BE49-F238E27FC236}">
                <a16:creationId xmlns:a16="http://schemas.microsoft.com/office/drawing/2014/main" id="{820887C1-51D3-882B-3F29-8780DADC959D}"/>
              </a:ext>
            </a:extLst>
          </p:cNvPr>
          <p:cNvCxnSpPr>
            <a:cxnSpLocks/>
          </p:cNvCxnSpPr>
          <p:nvPr/>
        </p:nvCxnSpPr>
        <p:spPr>
          <a:xfrm>
            <a:off x="5075393" y="3987801"/>
            <a:ext cx="1101887" cy="1162330"/>
          </a:xfrm>
          <a:prstGeom prst="straightConnector1">
            <a:avLst/>
          </a:prstGeom>
          <a:ln w="6350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808E245-F16E-4EDF-EAF3-4E1963F38D22}"/>
              </a:ext>
            </a:extLst>
          </p:cNvPr>
          <p:cNvSpPr/>
          <p:nvPr/>
        </p:nvSpPr>
        <p:spPr>
          <a:xfrm>
            <a:off x="1814949" y="4166256"/>
            <a:ext cx="256737" cy="2181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690630A-900A-EFAF-D1BB-78BCAC81BBA6}"/>
              </a:ext>
            </a:extLst>
          </p:cNvPr>
          <p:cNvCxnSpPr>
            <a:cxnSpLocks/>
            <a:stCxn id="2" idx="2"/>
          </p:cNvCxnSpPr>
          <p:nvPr/>
        </p:nvCxnSpPr>
        <p:spPr>
          <a:xfrm rot="10800000" flipV="1">
            <a:off x="1376405" y="4275327"/>
            <a:ext cx="438545" cy="883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7076485-7D87-842C-4F59-2BA3F1F9E6EA}"/>
              </a:ext>
            </a:extLst>
          </p:cNvPr>
          <p:cNvSpPr/>
          <p:nvPr/>
        </p:nvSpPr>
        <p:spPr>
          <a:xfrm>
            <a:off x="878176" y="4270010"/>
            <a:ext cx="498228" cy="169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c11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6B0BB3-086C-B440-4C7E-88730C9F1A5A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27290" y="4439463"/>
            <a:ext cx="0" cy="18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EF74195-E740-13B6-4AE1-F0295EFE5731}"/>
              </a:ext>
            </a:extLst>
          </p:cNvPr>
          <p:cNvSpPr txBox="1"/>
          <p:nvPr/>
        </p:nvSpPr>
        <p:spPr>
          <a:xfrm>
            <a:off x="745820" y="8780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759C9-6E43-7EC5-6396-439DE00CBF8D}"/>
              </a:ext>
            </a:extLst>
          </p:cNvPr>
          <p:cNvSpPr txBox="1"/>
          <p:nvPr/>
        </p:nvSpPr>
        <p:spPr>
          <a:xfrm>
            <a:off x="6371287" y="943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DDECB-057B-7842-F17B-FFDD266CF8CC}"/>
              </a:ext>
            </a:extLst>
          </p:cNvPr>
          <p:cNvSpPr txBox="1"/>
          <p:nvPr/>
        </p:nvSpPr>
        <p:spPr>
          <a:xfrm>
            <a:off x="1939227" y="58738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6910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786</Words>
  <Application>Microsoft Office PowerPoint</Application>
  <PresentationFormat>Widescreen</PresentationFormat>
  <Paragraphs>763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Johnson, Randall</dc:creator>
  <cp:lastModifiedBy>Johnson, Randall</cp:lastModifiedBy>
  <cp:revision>1</cp:revision>
  <dcterms:created xsi:type="dcterms:W3CDTF">2025-12-31T19:47:54Z</dcterms:created>
  <dcterms:modified xsi:type="dcterms:W3CDTF">2026-01-02T19:39:15Z</dcterms:modified>
</cp:coreProperties>
</file>