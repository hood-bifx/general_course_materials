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9" r:id="rId2"/>
    <p:sldId id="263" r:id="rId3"/>
    <p:sldId id="262" r:id="rId4"/>
    <p:sldId id="261" r:id="rId5"/>
    <p:sldId id="260" r:id="rId6"/>
    <p:sldId id="264" r:id="rId7"/>
    <p:sldId id="267" r:id="rId8"/>
    <p:sldId id="266" r:id="rId9"/>
    <p:sldId id="269" r:id="rId10"/>
    <p:sldId id="27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2B4938-B3EB-47C0-A268-60D659B5ECC9}" v="695" dt="2025-12-31T22:38:31.6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76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son, Randall" userId="ca2a9510-4177-4989-a82b-83511f3dbcf6" providerId="ADAL" clId="{9E56FBCC-9D2B-4AC3-B084-603993C68A6A}"/>
    <pc:docChg chg="undo redo custSel addSld delSld modSld">
      <pc:chgData name="Johnson, Randall" userId="ca2a9510-4177-4989-a82b-83511f3dbcf6" providerId="ADAL" clId="{9E56FBCC-9D2B-4AC3-B084-603993C68A6A}" dt="2025-12-31T22:39:18.310" v="2467" actId="14100"/>
      <pc:docMkLst>
        <pc:docMk/>
      </pc:docMkLst>
      <pc:sldChg chg="addSp delSp modSp add mod">
        <pc:chgData name="Johnson, Randall" userId="ca2a9510-4177-4989-a82b-83511f3dbcf6" providerId="ADAL" clId="{9E56FBCC-9D2B-4AC3-B084-603993C68A6A}" dt="2025-12-31T21:27:21.457" v="951" actId="27309"/>
        <pc:sldMkLst>
          <pc:docMk/>
          <pc:sldMk cId="320037879" sldId="264"/>
        </pc:sldMkLst>
        <pc:spChg chg="mod topLvl">
          <ac:chgData name="Johnson, Randall" userId="ca2a9510-4177-4989-a82b-83511f3dbcf6" providerId="ADAL" clId="{9E56FBCC-9D2B-4AC3-B084-603993C68A6A}" dt="2025-12-31T21:13:08.030" v="594" actId="164"/>
          <ac:spMkLst>
            <pc:docMk/>
            <pc:sldMk cId="320037879" sldId="264"/>
            <ac:spMk id="4" creationId="{53F13EFA-64E8-765A-EEC5-1F6C851BDADC}"/>
          </ac:spMkLst>
        </pc:spChg>
        <pc:spChg chg="mod topLvl">
          <ac:chgData name="Johnson, Randall" userId="ca2a9510-4177-4989-a82b-83511f3dbcf6" providerId="ADAL" clId="{9E56FBCC-9D2B-4AC3-B084-603993C68A6A}" dt="2025-12-31T21:13:08.030" v="594" actId="164"/>
          <ac:spMkLst>
            <pc:docMk/>
            <pc:sldMk cId="320037879" sldId="264"/>
            <ac:spMk id="5" creationId="{EBE5D53E-51E9-AFEE-8AE3-A7A05F5E920D}"/>
          </ac:spMkLst>
        </pc:spChg>
        <pc:spChg chg="mod topLvl">
          <ac:chgData name="Johnson, Randall" userId="ca2a9510-4177-4989-a82b-83511f3dbcf6" providerId="ADAL" clId="{9E56FBCC-9D2B-4AC3-B084-603993C68A6A}" dt="2025-12-31T21:13:08.030" v="594" actId="164"/>
          <ac:spMkLst>
            <pc:docMk/>
            <pc:sldMk cId="320037879" sldId="264"/>
            <ac:spMk id="6" creationId="{8968B69B-F8D7-E660-2EF1-0793178E79E8}"/>
          </ac:spMkLst>
        </pc:spChg>
        <pc:spChg chg="mod topLvl">
          <ac:chgData name="Johnson, Randall" userId="ca2a9510-4177-4989-a82b-83511f3dbcf6" providerId="ADAL" clId="{9E56FBCC-9D2B-4AC3-B084-603993C68A6A}" dt="2025-12-31T21:13:08.030" v="594" actId="164"/>
          <ac:spMkLst>
            <pc:docMk/>
            <pc:sldMk cId="320037879" sldId="264"/>
            <ac:spMk id="7" creationId="{FA0FED5A-CAD8-2887-EAE4-A19095F2A1CD}"/>
          </ac:spMkLst>
        </pc:spChg>
        <pc:spChg chg="mod topLvl">
          <ac:chgData name="Johnson, Randall" userId="ca2a9510-4177-4989-a82b-83511f3dbcf6" providerId="ADAL" clId="{9E56FBCC-9D2B-4AC3-B084-603993C68A6A}" dt="2025-12-31T21:13:08.030" v="594" actId="164"/>
          <ac:spMkLst>
            <pc:docMk/>
            <pc:sldMk cId="320037879" sldId="264"/>
            <ac:spMk id="8" creationId="{A1769259-F451-8549-0997-79EB16B51ED0}"/>
          </ac:spMkLst>
        </pc:spChg>
        <pc:spChg chg="add del mod">
          <ac:chgData name="Johnson, Randall" userId="ca2a9510-4177-4989-a82b-83511f3dbcf6" providerId="ADAL" clId="{9E56FBCC-9D2B-4AC3-B084-603993C68A6A}" dt="2025-12-31T20:42:24.103" v="38" actId="478"/>
          <ac:spMkLst>
            <pc:docMk/>
            <pc:sldMk cId="320037879" sldId="264"/>
            <ac:spMk id="9" creationId="{A6A03C31-E2D7-E357-CB02-F3F1B83EF6F3}"/>
          </ac:spMkLst>
        </pc:spChg>
        <pc:spChg chg="mod topLvl">
          <ac:chgData name="Johnson, Randall" userId="ca2a9510-4177-4989-a82b-83511f3dbcf6" providerId="ADAL" clId="{9E56FBCC-9D2B-4AC3-B084-603993C68A6A}" dt="2025-12-31T21:13:08.030" v="594" actId="164"/>
          <ac:spMkLst>
            <pc:docMk/>
            <pc:sldMk cId="320037879" sldId="264"/>
            <ac:spMk id="11" creationId="{0648F716-4088-FFED-AE17-B5DAE2FA7E12}"/>
          </ac:spMkLst>
        </pc:spChg>
        <pc:spChg chg="mod topLvl">
          <ac:chgData name="Johnson, Randall" userId="ca2a9510-4177-4989-a82b-83511f3dbcf6" providerId="ADAL" clId="{9E56FBCC-9D2B-4AC3-B084-603993C68A6A}" dt="2025-12-31T21:13:08.030" v="594" actId="164"/>
          <ac:spMkLst>
            <pc:docMk/>
            <pc:sldMk cId="320037879" sldId="264"/>
            <ac:spMk id="13" creationId="{47E72DE6-CD96-65AF-4ECE-6B39E4E25CF4}"/>
          </ac:spMkLst>
        </pc:spChg>
        <pc:spChg chg="add del">
          <ac:chgData name="Johnson, Randall" userId="ca2a9510-4177-4989-a82b-83511f3dbcf6" providerId="ADAL" clId="{9E56FBCC-9D2B-4AC3-B084-603993C68A6A}" dt="2025-12-31T20:42:42.232" v="40" actId="478"/>
          <ac:spMkLst>
            <pc:docMk/>
            <pc:sldMk cId="320037879" sldId="264"/>
            <ac:spMk id="17" creationId="{4086FDD1-6563-A07F-171C-5F9E75F888B2}"/>
          </ac:spMkLst>
        </pc:spChg>
        <pc:spChg chg="del mod topLvl">
          <ac:chgData name="Johnson, Randall" userId="ca2a9510-4177-4989-a82b-83511f3dbcf6" providerId="ADAL" clId="{9E56FBCC-9D2B-4AC3-B084-603993C68A6A}" dt="2025-12-31T21:13:13.247" v="595" actId="478"/>
          <ac:spMkLst>
            <pc:docMk/>
            <pc:sldMk cId="320037879" sldId="264"/>
            <ac:spMk id="20" creationId="{D72D3B5D-8979-4FF2-7D35-6238F58804DF}"/>
          </ac:spMkLst>
        </pc:spChg>
        <pc:spChg chg="del mod topLvl">
          <ac:chgData name="Johnson, Randall" userId="ca2a9510-4177-4989-a82b-83511f3dbcf6" providerId="ADAL" clId="{9E56FBCC-9D2B-4AC3-B084-603993C68A6A}" dt="2025-12-31T21:13:13.247" v="595" actId="478"/>
          <ac:spMkLst>
            <pc:docMk/>
            <pc:sldMk cId="320037879" sldId="264"/>
            <ac:spMk id="22" creationId="{65404416-8ACD-2A5B-B3CD-8CC8AD0A2760}"/>
          </ac:spMkLst>
        </pc:spChg>
        <pc:spChg chg="del mod topLvl">
          <ac:chgData name="Johnson, Randall" userId="ca2a9510-4177-4989-a82b-83511f3dbcf6" providerId="ADAL" clId="{9E56FBCC-9D2B-4AC3-B084-603993C68A6A}" dt="2025-12-31T21:13:13.247" v="595" actId="478"/>
          <ac:spMkLst>
            <pc:docMk/>
            <pc:sldMk cId="320037879" sldId="264"/>
            <ac:spMk id="23" creationId="{B7396148-D63A-7DB0-B22E-903E25792DF2}"/>
          </ac:spMkLst>
        </pc:spChg>
        <pc:spChg chg="del mod topLvl">
          <ac:chgData name="Johnson, Randall" userId="ca2a9510-4177-4989-a82b-83511f3dbcf6" providerId="ADAL" clId="{9E56FBCC-9D2B-4AC3-B084-603993C68A6A}" dt="2025-12-31T21:13:13.247" v="595" actId="478"/>
          <ac:spMkLst>
            <pc:docMk/>
            <pc:sldMk cId="320037879" sldId="264"/>
            <ac:spMk id="24" creationId="{E01D2DC1-B2B2-DCC6-5CE3-5383C544A67F}"/>
          </ac:spMkLst>
        </pc:spChg>
        <pc:spChg chg="del mod topLvl">
          <ac:chgData name="Johnson, Randall" userId="ca2a9510-4177-4989-a82b-83511f3dbcf6" providerId="ADAL" clId="{9E56FBCC-9D2B-4AC3-B084-603993C68A6A}" dt="2025-12-31T21:13:13.247" v="595" actId="478"/>
          <ac:spMkLst>
            <pc:docMk/>
            <pc:sldMk cId="320037879" sldId="264"/>
            <ac:spMk id="25" creationId="{94169E6C-FB5E-3A3E-4E66-D4436A5C6E9D}"/>
          </ac:spMkLst>
        </pc:spChg>
        <pc:spChg chg="del mod topLvl">
          <ac:chgData name="Johnson, Randall" userId="ca2a9510-4177-4989-a82b-83511f3dbcf6" providerId="ADAL" clId="{9E56FBCC-9D2B-4AC3-B084-603993C68A6A}" dt="2025-12-31T21:13:13.247" v="595" actId="478"/>
          <ac:spMkLst>
            <pc:docMk/>
            <pc:sldMk cId="320037879" sldId="264"/>
            <ac:spMk id="31" creationId="{15FAF57C-8BA9-308D-A5A7-C7850BB71D40}"/>
          </ac:spMkLst>
        </pc:spChg>
        <pc:spChg chg="del mod topLvl">
          <ac:chgData name="Johnson, Randall" userId="ca2a9510-4177-4989-a82b-83511f3dbcf6" providerId="ADAL" clId="{9E56FBCC-9D2B-4AC3-B084-603993C68A6A}" dt="2025-12-31T21:13:13.247" v="595" actId="478"/>
          <ac:spMkLst>
            <pc:docMk/>
            <pc:sldMk cId="320037879" sldId="264"/>
            <ac:spMk id="32" creationId="{EA37FB00-F2D0-41D3-B8F8-D9EF7A342A11}"/>
          </ac:spMkLst>
        </pc:spChg>
        <pc:spChg chg="del mod topLvl">
          <ac:chgData name="Johnson, Randall" userId="ca2a9510-4177-4989-a82b-83511f3dbcf6" providerId="ADAL" clId="{9E56FBCC-9D2B-4AC3-B084-603993C68A6A}" dt="2025-12-31T21:13:16.454" v="596" actId="478"/>
          <ac:spMkLst>
            <pc:docMk/>
            <pc:sldMk cId="320037879" sldId="264"/>
            <ac:spMk id="36" creationId="{D7755D5F-F484-FB60-56A8-97F9BF3C6399}"/>
          </ac:spMkLst>
        </pc:spChg>
        <pc:spChg chg="del mod topLvl">
          <ac:chgData name="Johnson, Randall" userId="ca2a9510-4177-4989-a82b-83511f3dbcf6" providerId="ADAL" clId="{9E56FBCC-9D2B-4AC3-B084-603993C68A6A}" dt="2025-12-31T21:13:16.454" v="596" actId="478"/>
          <ac:spMkLst>
            <pc:docMk/>
            <pc:sldMk cId="320037879" sldId="264"/>
            <ac:spMk id="37" creationId="{1A360F71-B08F-8DBD-D46F-3291E183B6F2}"/>
          </ac:spMkLst>
        </pc:spChg>
        <pc:spChg chg="del mod topLvl">
          <ac:chgData name="Johnson, Randall" userId="ca2a9510-4177-4989-a82b-83511f3dbcf6" providerId="ADAL" clId="{9E56FBCC-9D2B-4AC3-B084-603993C68A6A}" dt="2025-12-31T21:13:16.454" v="596" actId="478"/>
          <ac:spMkLst>
            <pc:docMk/>
            <pc:sldMk cId="320037879" sldId="264"/>
            <ac:spMk id="38" creationId="{D8349942-5EED-0BF6-A379-0DE7B92C336E}"/>
          </ac:spMkLst>
        </pc:spChg>
        <pc:spChg chg="del mod topLvl">
          <ac:chgData name="Johnson, Randall" userId="ca2a9510-4177-4989-a82b-83511f3dbcf6" providerId="ADAL" clId="{9E56FBCC-9D2B-4AC3-B084-603993C68A6A}" dt="2025-12-31T21:13:16.454" v="596" actId="478"/>
          <ac:spMkLst>
            <pc:docMk/>
            <pc:sldMk cId="320037879" sldId="264"/>
            <ac:spMk id="39" creationId="{6486FB2F-84F6-F46B-E84C-40CCD49D0D6F}"/>
          </ac:spMkLst>
        </pc:spChg>
        <pc:spChg chg="del mod topLvl">
          <ac:chgData name="Johnson, Randall" userId="ca2a9510-4177-4989-a82b-83511f3dbcf6" providerId="ADAL" clId="{9E56FBCC-9D2B-4AC3-B084-603993C68A6A}" dt="2025-12-31T21:13:16.454" v="596" actId="478"/>
          <ac:spMkLst>
            <pc:docMk/>
            <pc:sldMk cId="320037879" sldId="264"/>
            <ac:spMk id="40" creationId="{6D6FB8F6-E91D-2D31-CE94-A804D74BFD82}"/>
          </ac:spMkLst>
        </pc:spChg>
        <pc:spChg chg="del mod topLvl">
          <ac:chgData name="Johnson, Randall" userId="ca2a9510-4177-4989-a82b-83511f3dbcf6" providerId="ADAL" clId="{9E56FBCC-9D2B-4AC3-B084-603993C68A6A}" dt="2025-12-31T21:13:16.454" v="596" actId="478"/>
          <ac:spMkLst>
            <pc:docMk/>
            <pc:sldMk cId="320037879" sldId="264"/>
            <ac:spMk id="46" creationId="{2F3F9CFF-6DEB-7751-2625-4C314E7BDC2A}"/>
          </ac:spMkLst>
        </pc:spChg>
        <pc:spChg chg="del mod topLvl">
          <ac:chgData name="Johnson, Randall" userId="ca2a9510-4177-4989-a82b-83511f3dbcf6" providerId="ADAL" clId="{9E56FBCC-9D2B-4AC3-B084-603993C68A6A}" dt="2025-12-31T21:13:16.454" v="596" actId="478"/>
          <ac:spMkLst>
            <pc:docMk/>
            <pc:sldMk cId="320037879" sldId="264"/>
            <ac:spMk id="47" creationId="{3B828BE3-25B4-C154-22BF-60EFDC8357CB}"/>
          </ac:spMkLst>
        </pc:spChg>
        <pc:spChg chg="add mod">
          <ac:chgData name="Johnson, Randall" userId="ca2a9510-4177-4989-a82b-83511f3dbcf6" providerId="ADAL" clId="{9E56FBCC-9D2B-4AC3-B084-603993C68A6A}" dt="2025-12-31T20:44:56.967" v="56" actId="1076"/>
          <ac:spMkLst>
            <pc:docMk/>
            <pc:sldMk cId="320037879" sldId="264"/>
            <ac:spMk id="50" creationId="{A8B01D38-65D6-5552-B56E-32F04E5910C0}"/>
          </ac:spMkLst>
        </pc:spChg>
        <pc:spChg chg="add mod">
          <ac:chgData name="Johnson, Randall" userId="ca2a9510-4177-4989-a82b-83511f3dbcf6" providerId="ADAL" clId="{9E56FBCC-9D2B-4AC3-B084-603993C68A6A}" dt="2025-12-31T21:26:48.081" v="949" actId="688"/>
          <ac:spMkLst>
            <pc:docMk/>
            <pc:sldMk cId="320037879" sldId="264"/>
            <ac:spMk id="51" creationId="{8F020151-3D0D-7EC2-9247-D23854E7AEBD}"/>
          </ac:spMkLst>
        </pc:spChg>
        <pc:spChg chg="mod">
          <ac:chgData name="Johnson, Randall" userId="ca2a9510-4177-4989-a82b-83511f3dbcf6" providerId="ADAL" clId="{9E56FBCC-9D2B-4AC3-B084-603993C68A6A}" dt="2025-12-31T21:13:19.582" v="597"/>
          <ac:spMkLst>
            <pc:docMk/>
            <pc:sldMk cId="320037879" sldId="264"/>
            <ac:spMk id="58" creationId="{425A56D1-732E-3BE0-96F7-CE425C0CA4B6}"/>
          </ac:spMkLst>
        </pc:spChg>
        <pc:spChg chg="mod">
          <ac:chgData name="Johnson, Randall" userId="ca2a9510-4177-4989-a82b-83511f3dbcf6" providerId="ADAL" clId="{9E56FBCC-9D2B-4AC3-B084-603993C68A6A}" dt="2025-12-31T21:13:19.582" v="597"/>
          <ac:spMkLst>
            <pc:docMk/>
            <pc:sldMk cId="320037879" sldId="264"/>
            <ac:spMk id="59" creationId="{BF5A43D9-4EAE-C848-9332-20C4F066C3D9}"/>
          </ac:spMkLst>
        </pc:spChg>
        <pc:spChg chg="mod">
          <ac:chgData name="Johnson, Randall" userId="ca2a9510-4177-4989-a82b-83511f3dbcf6" providerId="ADAL" clId="{9E56FBCC-9D2B-4AC3-B084-603993C68A6A}" dt="2025-12-31T21:13:19.582" v="597"/>
          <ac:spMkLst>
            <pc:docMk/>
            <pc:sldMk cId="320037879" sldId="264"/>
            <ac:spMk id="60" creationId="{0D9448A8-F517-1B81-3097-283E9DD9C85E}"/>
          </ac:spMkLst>
        </pc:spChg>
        <pc:spChg chg="mod">
          <ac:chgData name="Johnson, Randall" userId="ca2a9510-4177-4989-a82b-83511f3dbcf6" providerId="ADAL" clId="{9E56FBCC-9D2B-4AC3-B084-603993C68A6A}" dt="2025-12-31T21:13:19.582" v="597"/>
          <ac:spMkLst>
            <pc:docMk/>
            <pc:sldMk cId="320037879" sldId="264"/>
            <ac:spMk id="61" creationId="{FBFADEB8-E8B8-48E7-3517-88E775EAEE80}"/>
          </ac:spMkLst>
        </pc:spChg>
        <pc:spChg chg="mod">
          <ac:chgData name="Johnson, Randall" userId="ca2a9510-4177-4989-a82b-83511f3dbcf6" providerId="ADAL" clId="{9E56FBCC-9D2B-4AC3-B084-603993C68A6A}" dt="2025-12-31T21:13:19.582" v="597"/>
          <ac:spMkLst>
            <pc:docMk/>
            <pc:sldMk cId="320037879" sldId="264"/>
            <ac:spMk id="62" creationId="{8C502F4B-36B1-8726-EDED-C4331C53D00F}"/>
          </ac:spMkLst>
        </pc:spChg>
        <pc:spChg chg="mod">
          <ac:chgData name="Johnson, Randall" userId="ca2a9510-4177-4989-a82b-83511f3dbcf6" providerId="ADAL" clId="{9E56FBCC-9D2B-4AC3-B084-603993C68A6A}" dt="2025-12-31T21:13:19.582" v="597"/>
          <ac:spMkLst>
            <pc:docMk/>
            <pc:sldMk cId="320037879" sldId="264"/>
            <ac:spMk id="1029" creationId="{84B2A179-C7ED-5D63-39E3-52F3D7E59B77}"/>
          </ac:spMkLst>
        </pc:spChg>
        <pc:spChg chg="mod">
          <ac:chgData name="Johnson, Randall" userId="ca2a9510-4177-4989-a82b-83511f3dbcf6" providerId="ADAL" clId="{9E56FBCC-9D2B-4AC3-B084-603993C68A6A}" dt="2025-12-31T21:13:19.582" v="597"/>
          <ac:spMkLst>
            <pc:docMk/>
            <pc:sldMk cId="320037879" sldId="264"/>
            <ac:spMk id="1030" creationId="{F47FD3F9-D802-E361-5FAF-2D1511E92D29}"/>
          </ac:spMkLst>
        </pc:spChg>
        <pc:spChg chg="mod topLvl">
          <ac:chgData name="Johnson, Randall" userId="ca2a9510-4177-4989-a82b-83511f3dbcf6" providerId="ADAL" clId="{9E56FBCC-9D2B-4AC3-B084-603993C68A6A}" dt="2025-12-31T21:26:38.187" v="947" actId="1035"/>
          <ac:spMkLst>
            <pc:docMk/>
            <pc:sldMk cId="320037879" sldId="264"/>
            <ac:spMk id="1037" creationId="{E62BB93C-06DD-C3BC-697D-CB88410D5397}"/>
          </ac:spMkLst>
        </pc:spChg>
        <pc:spChg chg="mod topLvl">
          <ac:chgData name="Johnson, Randall" userId="ca2a9510-4177-4989-a82b-83511f3dbcf6" providerId="ADAL" clId="{9E56FBCC-9D2B-4AC3-B084-603993C68A6A}" dt="2025-12-31T21:26:38.187" v="947" actId="1035"/>
          <ac:spMkLst>
            <pc:docMk/>
            <pc:sldMk cId="320037879" sldId="264"/>
            <ac:spMk id="1038" creationId="{BDE95208-F9F6-FB11-9B34-E6502C7CD5F0}"/>
          </ac:spMkLst>
        </pc:spChg>
        <pc:spChg chg="del mod topLvl">
          <ac:chgData name="Johnson, Randall" userId="ca2a9510-4177-4989-a82b-83511f3dbcf6" providerId="ADAL" clId="{9E56FBCC-9D2B-4AC3-B084-603993C68A6A}" dt="2025-12-31T21:25:29.101" v="846" actId="478"/>
          <ac:spMkLst>
            <pc:docMk/>
            <pc:sldMk cId="320037879" sldId="264"/>
            <ac:spMk id="1039" creationId="{A82FB455-4F5D-FC11-0BF9-39BF80C02ECB}"/>
          </ac:spMkLst>
        </pc:spChg>
        <pc:spChg chg="del mod topLvl">
          <ac:chgData name="Johnson, Randall" userId="ca2a9510-4177-4989-a82b-83511f3dbcf6" providerId="ADAL" clId="{9E56FBCC-9D2B-4AC3-B084-603993C68A6A}" dt="2025-12-31T21:25:27.467" v="845" actId="478"/>
          <ac:spMkLst>
            <pc:docMk/>
            <pc:sldMk cId="320037879" sldId="264"/>
            <ac:spMk id="1040" creationId="{08DDFA89-BF83-95CA-4B48-82B9C58B3B41}"/>
          </ac:spMkLst>
        </pc:spChg>
        <pc:spChg chg="mod topLvl">
          <ac:chgData name="Johnson, Randall" userId="ca2a9510-4177-4989-a82b-83511f3dbcf6" providerId="ADAL" clId="{9E56FBCC-9D2B-4AC3-B084-603993C68A6A}" dt="2025-12-31T21:26:38.187" v="947" actId="1035"/>
          <ac:spMkLst>
            <pc:docMk/>
            <pc:sldMk cId="320037879" sldId="264"/>
            <ac:spMk id="1041" creationId="{BF38FB8A-F612-33E4-4D52-74E46757BA52}"/>
          </ac:spMkLst>
        </pc:spChg>
        <pc:spChg chg="del mod topLvl">
          <ac:chgData name="Johnson, Randall" userId="ca2a9510-4177-4989-a82b-83511f3dbcf6" providerId="ADAL" clId="{9E56FBCC-9D2B-4AC3-B084-603993C68A6A}" dt="2025-12-31T21:25:21.799" v="841" actId="478"/>
          <ac:spMkLst>
            <pc:docMk/>
            <pc:sldMk cId="320037879" sldId="264"/>
            <ac:spMk id="1046" creationId="{BCDFAE19-45AB-1CAD-8175-1129E590E4B1}"/>
          </ac:spMkLst>
        </pc:spChg>
        <pc:spChg chg="mod topLvl">
          <ac:chgData name="Johnson, Randall" userId="ca2a9510-4177-4989-a82b-83511f3dbcf6" providerId="ADAL" clId="{9E56FBCC-9D2B-4AC3-B084-603993C68A6A}" dt="2025-12-31T21:26:38.187" v="947" actId="1035"/>
          <ac:spMkLst>
            <pc:docMk/>
            <pc:sldMk cId="320037879" sldId="264"/>
            <ac:spMk id="1047" creationId="{BD826A4B-05AF-E3C2-82FA-071854C31150}"/>
          </ac:spMkLst>
        </pc:spChg>
        <pc:grpChg chg="add del mod">
          <ac:chgData name="Johnson, Randall" userId="ca2a9510-4177-4989-a82b-83511f3dbcf6" providerId="ADAL" clId="{9E56FBCC-9D2B-4AC3-B084-603993C68A6A}" dt="2025-12-31T20:39:22.962" v="3" actId="165"/>
          <ac:grpSpMkLst>
            <pc:docMk/>
            <pc:sldMk cId="320037879" sldId="264"/>
            <ac:grpSpMk id="2" creationId="{666EF97A-4704-4CAF-0291-32B034B89CF9}"/>
          </ac:grpSpMkLst>
        </pc:grpChg>
        <pc:grpChg chg="add del mod">
          <ac:chgData name="Johnson, Randall" userId="ca2a9510-4177-4989-a82b-83511f3dbcf6" providerId="ADAL" clId="{9E56FBCC-9D2B-4AC3-B084-603993C68A6A}" dt="2025-12-31T21:11:48.762" v="583" actId="165"/>
          <ac:grpSpMkLst>
            <pc:docMk/>
            <pc:sldMk cId="320037879" sldId="264"/>
            <ac:grpSpMk id="3" creationId="{BA1130BE-82B2-4843-F2D8-5C0143CE923B}"/>
          </ac:grpSpMkLst>
        </pc:grpChg>
        <pc:grpChg chg="add del mod">
          <ac:chgData name="Johnson, Randall" userId="ca2a9510-4177-4989-a82b-83511f3dbcf6" providerId="ADAL" clId="{9E56FBCC-9D2B-4AC3-B084-603993C68A6A}" dt="2025-12-31T21:11:55.029" v="584" actId="165"/>
          <ac:grpSpMkLst>
            <pc:docMk/>
            <pc:sldMk cId="320037879" sldId="264"/>
            <ac:grpSpMk id="19" creationId="{E9E90911-C3DE-EBCD-81AB-6D9B56D011D1}"/>
          </ac:grpSpMkLst>
        </pc:grpChg>
        <pc:grpChg chg="add del mod">
          <ac:chgData name="Johnson, Randall" userId="ca2a9510-4177-4989-a82b-83511f3dbcf6" providerId="ADAL" clId="{9E56FBCC-9D2B-4AC3-B084-603993C68A6A}" dt="2025-12-31T21:12:01.275" v="585" actId="165"/>
          <ac:grpSpMkLst>
            <pc:docMk/>
            <pc:sldMk cId="320037879" sldId="264"/>
            <ac:grpSpMk id="35" creationId="{55483CD9-B09B-BAE5-7A6F-7D26D7B8C697}"/>
          </ac:grpSpMkLst>
        </pc:grpChg>
        <pc:grpChg chg="add mod">
          <ac:chgData name="Johnson, Randall" userId="ca2a9510-4177-4989-a82b-83511f3dbcf6" providerId="ADAL" clId="{9E56FBCC-9D2B-4AC3-B084-603993C68A6A}" dt="2025-12-31T21:13:08.030" v="594" actId="164"/>
          <ac:grpSpMkLst>
            <pc:docMk/>
            <pc:sldMk cId="320037879" sldId="264"/>
            <ac:grpSpMk id="56" creationId="{ADE4CCF8-2ADD-3A92-8A85-120FD95F9208}"/>
          </ac:grpSpMkLst>
        </pc:grpChg>
        <pc:grpChg chg="add mod">
          <ac:chgData name="Johnson, Randall" userId="ca2a9510-4177-4989-a82b-83511f3dbcf6" providerId="ADAL" clId="{9E56FBCC-9D2B-4AC3-B084-603993C68A6A}" dt="2025-12-31T21:13:25.291" v="598" actId="1076"/>
          <ac:grpSpMkLst>
            <pc:docMk/>
            <pc:sldMk cId="320037879" sldId="264"/>
            <ac:grpSpMk id="57" creationId="{EE3B1947-AF2C-A69E-1F1F-D6EC0A1FCFC9}"/>
          </ac:grpSpMkLst>
        </pc:grpChg>
        <pc:grpChg chg="add del mod">
          <ac:chgData name="Johnson, Randall" userId="ca2a9510-4177-4989-a82b-83511f3dbcf6" providerId="ADAL" clId="{9E56FBCC-9D2B-4AC3-B084-603993C68A6A}" dt="2025-12-31T21:25:18.650" v="840" actId="165"/>
          <ac:grpSpMkLst>
            <pc:docMk/>
            <pc:sldMk cId="320037879" sldId="264"/>
            <ac:grpSpMk id="1035" creationId="{0D05E501-B163-C67F-33C9-6097E16E3A43}"/>
          </ac:grpSpMkLst>
        </pc:grpChg>
        <pc:grpChg chg="add mod">
          <ac:chgData name="Johnson, Randall" userId="ca2a9510-4177-4989-a82b-83511f3dbcf6" providerId="ADAL" clId="{9E56FBCC-9D2B-4AC3-B084-603993C68A6A}" dt="2025-12-31T21:26:38.187" v="947" actId="1035"/>
          <ac:grpSpMkLst>
            <pc:docMk/>
            <pc:sldMk cId="320037879" sldId="264"/>
            <ac:grpSpMk id="1054" creationId="{7B570923-8CF8-6DC4-713D-53ED1BF4378C}"/>
          </ac:grpSpMkLst>
        </pc:grpChg>
        <pc:graphicFrameChg chg="add del modGraphic">
          <ac:chgData name="Johnson, Randall" userId="ca2a9510-4177-4989-a82b-83511f3dbcf6" providerId="ADAL" clId="{9E56FBCC-9D2B-4AC3-B084-603993C68A6A}" dt="2025-12-31T21:27:21.457" v="951" actId="27309"/>
          <ac:graphicFrameMkLst>
            <pc:docMk/>
            <pc:sldMk cId="320037879" sldId="264"/>
            <ac:graphicFrameMk id="1056" creationId="{7BFF1AB7-71C7-3C5C-C620-0F538BCB20C0}"/>
          </ac:graphicFrameMkLst>
        </pc:graphicFrameChg>
        <pc:picChg chg="add mod">
          <ac:chgData name="Johnson, Randall" userId="ca2a9510-4177-4989-a82b-83511f3dbcf6" providerId="ADAL" clId="{9E56FBCC-9D2B-4AC3-B084-603993C68A6A}" dt="2025-12-31T20:41:25.160" v="32" actId="1076"/>
          <ac:picMkLst>
            <pc:docMk/>
            <pc:sldMk cId="320037879" sldId="264"/>
            <ac:picMk id="1026" creationId="{2B337F8C-4A92-5BA9-2A41-9C849B7071B1}"/>
          </ac:picMkLst>
        </pc:picChg>
        <pc:picChg chg="add del">
          <ac:chgData name="Johnson, Randall" userId="ca2a9510-4177-4989-a82b-83511f3dbcf6" providerId="ADAL" clId="{9E56FBCC-9D2B-4AC3-B084-603993C68A6A}" dt="2025-12-31T20:41:58.154" v="34" actId="478"/>
          <ac:picMkLst>
            <pc:docMk/>
            <pc:sldMk cId="320037879" sldId="264"/>
            <ac:picMk id="1028" creationId="{20F9E754-1C46-2227-80F9-64A69F752F01}"/>
          </ac:picMkLst>
        </pc:picChg>
        <pc:picChg chg="add mod">
          <ac:chgData name="Johnson, Randall" userId="ca2a9510-4177-4989-a82b-83511f3dbcf6" providerId="ADAL" clId="{9E56FBCC-9D2B-4AC3-B084-603993C68A6A}" dt="2025-12-31T20:45:50.317" v="74" actId="1037"/>
          <ac:picMkLst>
            <pc:docMk/>
            <pc:sldMk cId="320037879" sldId="264"/>
            <ac:picMk id="1034" creationId="{09150445-3CC9-2655-3033-490C30AF9897}"/>
          </ac:picMkLst>
        </pc:picChg>
        <pc:picChg chg="add mod">
          <ac:chgData name="Johnson, Randall" userId="ca2a9510-4177-4989-a82b-83511f3dbcf6" providerId="ADAL" clId="{9E56FBCC-9D2B-4AC3-B084-603993C68A6A}" dt="2025-12-31T21:26:38.187" v="947" actId="1035"/>
          <ac:picMkLst>
            <pc:docMk/>
            <pc:sldMk cId="320037879" sldId="264"/>
            <ac:picMk id="1036" creationId="{6A28072C-A0D0-1D1F-AACB-1AF69E67E2B9}"/>
          </ac:picMkLst>
        </pc:picChg>
        <pc:cxnChg chg="mod topLvl">
          <ac:chgData name="Johnson, Randall" userId="ca2a9510-4177-4989-a82b-83511f3dbcf6" providerId="ADAL" clId="{9E56FBCC-9D2B-4AC3-B084-603993C68A6A}" dt="2025-12-31T21:13:08.030" v="594" actId="164"/>
          <ac:cxnSpMkLst>
            <pc:docMk/>
            <pc:sldMk cId="320037879" sldId="264"/>
            <ac:cxnSpMk id="12" creationId="{045066B4-0ABB-AB30-BC90-820FDA2C58D9}"/>
          </ac:cxnSpMkLst>
        </pc:cxnChg>
        <pc:cxnChg chg="mod topLvl">
          <ac:chgData name="Johnson, Randall" userId="ca2a9510-4177-4989-a82b-83511f3dbcf6" providerId="ADAL" clId="{9E56FBCC-9D2B-4AC3-B084-603993C68A6A}" dt="2025-12-31T21:13:08.030" v="594" actId="164"/>
          <ac:cxnSpMkLst>
            <pc:docMk/>
            <pc:sldMk cId="320037879" sldId="264"/>
            <ac:cxnSpMk id="15" creationId="{1288F573-1B00-C897-812B-0A589840F40C}"/>
          </ac:cxnSpMkLst>
        </pc:cxnChg>
        <pc:cxnChg chg="del mod">
          <ac:chgData name="Johnson, Randall" userId="ca2a9510-4177-4989-a82b-83511f3dbcf6" providerId="ADAL" clId="{9E56FBCC-9D2B-4AC3-B084-603993C68A6A}" dt="2025-12-31T21:12:09.211" v="588" actId="478"/>
          <ac:cxnSpMkLst>
            <pc:docMk/>
            <pc:sldMk cId="320037879" sldId="264"/>
            <ac:cxnSpMk id="16" creationId="{6DC77DA5-99F1-F378-F0AA-0F91978EA4C2}"/>
          </ac:cxnSpMkLst>
        </pc:cxnChg>
        <pc:cxnChg chg="mod">
          <ac:chgData name="Johnson, Randall" userId="ca2a9510-4177-4989-a82b-83511f3dbcf6" providerId="ADAL" clId="{9E56FBCC-9D2B-4AC3-B084-603993C68A6A}" dt="2025-12-31T21:12:30.429" v="590" actId="14100"/>
          <ac:cxnSpMkLst>
            <pc:docMk/>
            <pc:sldMk cId="320037879" sldId="264"/>
            <ac:cxnSpMk id="18" creationId="{DE3735DB-705C-82C1-2A2A-A819DEFD6C15}"/>
          </ac:cxnSpMkLst>
        </pc:cxnChg>
        <pc:cxnChg chg="mod">
          <ac:chgData name="Johnson, Randall" userId="ca2a9510-4177-4989-a82b-83511f3dbcf6" providerId="ADAL" clId="{9E56FBCC-9D2B-4AC3-B084-603993C68A6A}" dt="2025-12-31T21:12:49.606" v="593" actId="14100"/>
          <ac:cxnSpMkLst>
            <pc:docMk/>
            <pc:sldMk cId="320037879" sldId="264"/>
            <ac:cxnSpMk id="21" creationId="{085CAD66-4B9B-9CE6-A522-11B5C352ECB1}"/>
          </ac:cxnSpMkLst>
        </pc:cxnChg>
        <pc:cxnChg chg="del mod">
          <ac:chgData name="Johnson, Randall" userId="ca2a9510-4177-4989-a82b-83511f3dbcf6" providerId="ADAL" clId="{9E56FBCC-9D2B-4AC3-B084-603993C68A6A}" dt="2025-12-31T21:13:13.247" v="595" actId="478"/>
          <ac:cxnSpMkLst>
            <pc:docMk/>
            <pc:sldMk cId="320037879" sldId="264"/>
            <ac:cxnSpMk id="27" creationId="{6779A322-58D4-DE97-F955-450BF7165F70}"/>
          </ac:cxnSpMkLst>
        </pc:cxnChg>
        <pc:cxnChg chg="del mod topLvl">
          <ac:chgData name="Johnson, Randall" userId="ca2a9510-4177-4989-a82b-83511f3dbcf6" providerId="ADAL" clId="{9E56FBCC-9D2B-4AC3-B084-603993C68A6A}" dt="2025-12-31T21:13:13.247" v="595" actId="478"/>
          <ac:cxnSpMkLst>
            <pc:docMk/>
            <pc:sldMk cId="320037879" sldId="264"/>
            <ac:cxnSpMk id="28" creationId="{AF2A4755-D681-2897-98DF-79EF072B697E}"/>
          </ac:cxnSpMkLst>
        </pc:cxnChg>
        <pc:cxnChg chg="del mod">
          <ac:chgData name="Johnson, Randall" userId="ca2a9510-4177-4989-a82b-83511f3dbcf6" providerId="ADAL" clId="{9E56FBCC-9D2B-4AC3-B084-603993C68A6A}" dt="2025-12-31T21:12:07.116" v="587" actId="478"/>
          <ac:cxnSpMkLst>
            <pc:docMk/>
            <pc:sldMk cId="320037879" sldId="264"/>
            <ac:cxnSpMk id="29" creationId="{5FC606A7-4B9D-2595-34C5-BAB5AACAA1C7}"/>
          </ac:cxnSpMkLst>
        </pc:cxnChg>
        <pc:cxnChg chg="del mod topLvl">
          <ac:chgData name="Johnson, Randall" userId="ca2a9510-4177-4989-a82b-83511f3dbcf6" providerId="ADAL" clId="{9E56FBCC-9D2B-4AC3-B084-603993C68A6A}" dt="2025-12-31T21:13:13.247" v="595" actId="478"/>
          <ac:cxnSpMkLst>
            <pc:docMk/>
            <pc:sldMk cId="320037879" sldId="264"/>
            <ac:cxnSpMk id="34" creationId="{568D588A-A65E-BD91-622B-ACE6CC248287}"/>
          </ac:cxnSpMkLst>
        </pc:cxnChg>
        <pc:cxnChg chg="del mod topLvl">
          <ac:chgData name="Johnson, Randall" userId="ca2a9510-4177-4989-a82b-83511f3dbcf6" providerId="ADAL" clId="{9E56FBCC-9D2B-4AC3-B084-603993C68A6A}" dt="2025-12-31T21:13:16.454" v="596" actId="478"/>
          <ac:cxnSpMkLst>
            <pc:docMk/>
            <pc:sldMk cId="320037879" sldId="264"/>
            <ac:cxnSpMk id="41" creationId="{6E5AB532-62E4-0DDA-15C0-AE84DB6C9783}"/>
          </ac:cxnSpMkLst>
        </pc:cxnChg>
        <pc:cxnChg chg="del mod">
          <ac:chgData name="Johnson, Randall" userId="ca2a9510-4177-4989-a82b-83511f3dbcf6" providerId="ADAL" clId="{9E56FBCC-9D2B-4AC3-B084-603993C68A6A}" dt="2025-12-31T21:13:16.454" v="596" actId="478"/>
          <ac:cxnSpMkLst>
            <pc:docMk/>
            <pc:sldMk cId="320037879" sldId="264"/>
            <ac:cxnSpMk id="42" creationId="{388FB1D2-3504-1777-F5CB-2882A3BA4D07}"/>
          </ac:cxnSpMkLst>
        </pc:cxnChg>
        <pc:cxnChg chg="del mod topLvl">
          <ac:chgData name="Johnson, Randall" userId="ca2a9510-4177-4989-a82b-83511f3dbcf6" providerId="ADAL" clId="{9E56FBCC-9D2B-4AC3-B084-603993C68A6A}" dt="2025-12-31T21:12:03.639" v="586" actId="478"/>
          <ac:cxnSpMkLst>
            <pc:docMk/>
            <pc:sldMk cId="320037879" sldId="264"/>
            <ac:cxnSpMk id="44" creationId="{22EEF1CA-CAD8-D6FC-73D1-78A2B1C0F1AD}"/>
          </ac:cxnSpMkLst>
        </pc:cxnChg>
        <pc:cxnChg chg="del mod">
          <ac:chgData name="Johnson, Randall" userId="ca2a9510-4177-4989-a82b-83511f3dbcf6" providerId="ADAL" clId="{9E56FBCC-9D2B-4AC3-B084-603993C68A6A}" dt="2025-12-31T21:13:16.454" v="596" actId="478"/>
          <ac:cxnSpMkLst>
            <pc:docMk/>
            <pc:sldMk cId="320037879" sldId="264"/>
            <ac:cxnSpMk id="48" creationId="{28080CCC-B372-27E6-98A5-6FC25F105213}"/>
          </ac:cxnSpMkLst>
        </pc:cxnChg>
        <pc:cxnChg chg="add">
          <ac:chgData name="Johnson, Randall" userId="ca2a9510-4177-4989-a82b-83511f3dbcf6" providerId="ADAL" clId="{9E56FBCC-9D2B-4AC3-B084-603993C68A6A}" dt="2025-12-31T21:12:38.946" v="591" actId="11529"/>
          <ac:cxnSpMkLst>
            <pc:docMk/>
            <pc:sldMk cId="320037879" sldId="264"/>
            <ac:cxnSpMk id="54" creationId="{AC0AA5C4-5CD4-FF01-5CF4-20D26E26CD0E}"/>
          </ac:cxnSpMkLst>
        </pc:cxnChg>
        <pc:cxnChg chg="mod">
          <ac:chgData name="Johnson, Randall" userId="ca2a9510-4177-4989-a82b-83511f3dbcf6" providerId="ADAL" clId="{9E56FBCC-9D2B-4AC3-B084-603993C68A6A}" dt="2025-12-31T21:13:19.582" v="597"/>
          <ac:cxnSpMkLst>
            <pc:docMk/>
            <pc:sldMk cId="320037879" sldId="264"/>
            <ac:cxnSpMk id="1027" creationId="{10C06DCD-0674-A951-E260-83A72D9D44EC}"/>
          </ac:cxnSpMkLst>
        </pc:cxnChg>
        <pc:cxnChg chg="mod">
          <ac:chgData name="Johnson, Randall" userId="ca2a9510-4177-4989-a82b-83511f3dbcf6" providerId="ADAL" clId="{9E56FBCC-9D2B-4AC3-B084-603993C68A6A}" dt="2025-12-31T21:13:19.582" v="597"/>
          <ac:cxnSpMkLst>
            <pc:docMk/>
            <pc:sldMk cId="320037879" sldId="264"/>
            <ac:cxnSpMk id="1031" creationId="{D8FE3006-BBEA-586F-6667-E691507A2F60}"/>
          </ac:cxnSpMkLst>
        </pc:cxnChg>
        <pc:cxnChg chg="mod">
          <ac:chgData name="Johnson, Randall" userId="ca2a9510-4177-4989-a82b-83511f3dbcf6" providerId="ADAL" clId="{9E56FBCC-9D2B-4AC3-B084-603993C68A6A}" dt="2025-12-31T21:26:38.187" v="947" actId="1035"/>
          <ac:cxnSpMkLst>
            <pc:docMk/>
            <pc:sldMk cId="320037879" sldId="264"/>
            <ac:cxnSpMk id="1042" creationId="{6224BB77-32DD-D17B-FBC7-EE50CBED518E}"/>
          </ac:cxnSpMkLst>
        </pc:cxnChg>
        <pc:cxnChg chg="del mod">
          <ac:chgData name="Johnson, Randall" userId="ca2a9510-4177-4989-a82b-83511f3dbcf6" providerId="ADAL" clId="{9E56FBCC-9D2B-4AC3-B084-603993C68A6A}" dt="2025-12-31T21:25:31.749" v="847" actId="478"/>
          <ac:cxnSpMkLst>
            <pc:docMk/>
            <pc:sldMk cId="320037879" sldId="264"/>
            <ac:cxnSpMk id="1043" creationId="{613FA170-F771-52F0-A9E1-38D4165F5C80}"/>
          </ac:cxnSpMkLst>
        </pc:cxnChg>
        <pc:cxnChg chg="del mod">
          <ac:chgData name="Johnson, Randall" userId="ca2a9510-4177-4989-a82b-83511f3dbcf6" providerId="ADAL" clId="{9E56FBCC-9D2B-4AC3-B084-603993C68A6A}" dt="2025-12-31T21:25:31.749" v="847" actId="478"/>
          <ac:cxnSpMkLst>
            <pc:docMk/>
            <pc:sldMk cId="320037879" sldId="264"/>
            <ac:cxnSpMk id="1044" creationId="{5D4E094C-3337-D64D-8B94-3D2F31DC0DF7}"/>
          </ac:cxnSpMkLst>
        </pc:cxnChg>
        <pc:cxnChg chg="del mod topLvl">
          <ac:chgData name="Johnson, Randall" userId="ca2a9510-4177-4989-a82b-83511f3dbcf6" providerId="ADAL" clId="{9E56FBCC-9D2B-4AC3-B084-603993C68A6A}" dt="2025-12-31T21:25:24.230" v="843" actId="478"/>
          <ac:cxnSpMkLst>
            <pc:docMk/>
            <pc:sldMk cId="320037879" sldId="264"/>
            <ac:cxnSpMk id="1045" creationId="{E9741FC0-CBBB-EB99-6BA4-5A1BA692ED94}"/>
          </ac:cxnSpMkLst>
        </pc:cxnChg>
        <pc:cxnChg chg="del mod">
          <ac:chgData name="Johnson, Randall" userId="ca2a9510-4177-4989-a82b-83511f3dbcf6" providerId="ADAL" clId="{9E56FBCC-9D2B-4AC3-B084-603993C68A6A}" dt="2025-12-31T21:25:22.816" v="842" actId="478"/>
          <ac:cxnSpMkLst>
            <pc:docMk/>
            <pc:sldMk cId="320037879" sldId="264"/>
            <ac:cxnSpMk id="1048" creationId="{54092B4F-40AC-D7D3-9B1A-63667E165645}"/>
          </ac:cxnSpMkLst>
        </pc:cxnChg>
        <pc:cxnChg chg="mod topLvl">
          <ac:chgData name="Johnson, Randall" userId="ca2a9510-4177-4989-a82b-83511f3dbcf6" providerId="ADAL" clId="{9E56FBCC-9D2B-4AC3-B084-603993C68A6A}" dt="2025-12-31T21:26:38.187" v="947" actId="1035"/>
          <ac:cxnSpMkLst>
            <pc:docMk/>
            <pc:sldMk cId="320037879" sldId="264"/>
            <ac:cxnSpMk id="1049" creationId="{463E0869-E2C2-6CF6-E7EE-C518872414D8}"/>
          </ac:cxnSpMkLst>
        </pc:cxnChg>
        <pc:cxnChg chg="del mod">
          <ac:chgData name="Johnson, Randall" userId="ca2a9510-4177-4989-a82b-83511f3dbcf6" providerId="ADAL" clId="{9E56FBCC-9D2B-4AC3-B084-603993C68A6A}" dt="2025-12-31T21:25:44.486" v="878" actId="478"/>
          <ac:cxnSpMkLst>
            <pc:docMk/>
            <pc:sldMk cId="320037879" sldId="264"/>
            <ac:cxnSpMk id="1050" creationId="{DD8DBB6C-9529-BE7E-376C-C8643874CAC5}"/>
          </ac:cxnSpMkLst>
        </pc:cxnChg>
        <pc:cxnChg chg="add mod">
          <ac:chgData name="Johnson, Randall" userId="ca2a9510-4177-4989-a82b-83511f3dbcf6" providerId="ADAL" clId="{9E56FBCC-9D2B-4AC3-B084-603993C68A6A}" dt="2025-12-31T21:26:38.187" v="947" actId="1035"/>
          <ac:cxnSpMkLst>
            <pc:docMk/>
            <pc:sldMk cId="320037879" sldId="264"/>
            <ac:cxnSpMk id="1052" creationId="{77EFD57A-E57A-F881-A70E-8C9F053F9192}"/>
          </ac:cxnSpMkLst>
        </pc:cxnChg>
      </pc:sldChg>
      <pc:sldChg chg="addSp delSp modSp add del mod">
        <pc:chgData name="Johnson, Randall" userId="ca2a9510-4177-4989-a82b-83511f3dbcf6" providerId="ADAL" clId="{9E56FBCC-9D2B-4AC3-B084-603993C68A6A}" dt="2025-12-31T21:14:21.784" v="603" actId="47"/>
        <pc:sldMkLst>
          <pc:docMk/>
          <pc:sldMk cId="134001986" sldId="265"/>
        </pc:sldMkLst>
        <pc:spChg chg="mod topLvl">
          <ac:chgData name="Johnson, Randall" userId="ca2a9510-4177-4989-a82b-83511f3dbcf6" providerId="ADAL" clId="{9E56FBCC-9D2B-4AC3-B084-603993C68A6A}" dt="2025-12-31T20:57:33.509" v="166" actId="165"/>
          <ac:spMkLst>
            <pc:docMk/>
            <pc:sldMk cId="134001986" sldId="265"/>
            <ac:spMk id="4" creationId="{9D1290DA-B6A8-F45C-C783-09495190F138}"/>
          </ac:spMkLst>
        </pc:spChg>
        <pc:spChg chg="mod topLvl">
          <ac:chgData name="Johnson, Randall" userId="ca2a9510-4177-4989-a82b-83511f3dbcf6" providerId="ADAL" clId="{9E56FBCC-9D2B-4AC3-B084-603993C68A6A}" dt="2025-12-31T20:57:33.509" v="166" actId="165"/>
          <ac:spMkLst>
            <pc:docMk/>
            <pc:sldMk cId="134001986" sldId="265"/>
            <ac:spMk id="5" creationId="{F676926D-1556-C176-7ED2-CBF5E9FE8093}"/>
          </ac:spMkLst>
        </pc:spChg>
        <pc:spChg chg="mod topLvl">
          <ac:chgData name="Johnson, Randall" userId="ca2a9510-4177-4989-a82b-83511f3dbcf6" providerId="ADAL" clId="{9E56FBCC-9D2B-4AC3-B084-603993C68A6A}" dt="2025-12-31T20:59:46.141" v="276" actId="1035"/>
          <ac:spMkLst>
            <pc:docMk/>
            <pc:sldMk cId="134001986" sldId="265"/>
            <ac:spMk id="6" creationId="{8DB396DF-4B67-EA95-1EAA-2147F9E6A833}"/>
          </ac:spMkLst>
        </pc:spChg>
        <pc:spChg chg="mod topLvl">
          <ac:chgData name="Johnson, Randall" userId="ca2a9510-4177-4989-a82b-83511f3dbcf6" providerId="ADAL" clId="{9E56FBCC-9D2B-4AC3-B084-603993C68A6A}" dt="2025-12-31T20:59:46.141" v="276" actId="1035"/>
          <ac:spMkLst>
            <pc:docMk/>
            <pc:sldMk cId="134001986" sldId="265"/>
            <ac:spMk id="7" creationId="{6D2616EB-1C60-0121-C990-193C44819246}"/>
          </ac:spMkLst>
        </pc:spChg>
        <pc:spChg chg="mod topLvl">
          <ac:chgData name="Johnson, Randall" userId="ca2a9510-4177-4989-a82b-83511f3dbcf6" providerId="ADAL" clId="{9E56FBCC-9D2B-4AC3-B084-603993C68A6A}" dt="2025-12-31T20:57:33.509" v="166" actId="165"/>
          <ac:spMkLst>
            <pc:docMk/>
            <pc:sldMk cId="134001986" sldId="265"/>
            <ac:spMk id="8" creationId="{08F171C5-5C9A-43BA-E5B6-26D1C71A5D7C}"/>
          </ac:spMkLst>
        </pc:spChg>
        <pc:spChg chg="mod">
          <ac:chgData name="Johnson, Randall" userId="ca2a9510-4177-4989-a82b-83511f3dbcf6" providerId="ADAL" clId="{9E56FBCC-9D2B-4AC3-B084-603993C68A6A}" dt="2025-12-31T20:51:36.634" v="96"/>
          <ac:spMkLst>
            <pc:docMk/>
            <pc:sldMk cId="134001986" sldId="265"/>
            <ac:spMk id="9" creationId="{0A2DFB95-6EAF-9359-7C79-684F31F366E3}"/>
          </ac:spMkLst>
        </pc:spChg>
        <pc:spChg chg="mod topLvl">
          <ac:chgData name="Johnson, Randall" userId="ca2a9510-4177-4989-a82b-83511f3dbcf6" providerId="ADAL" clId="{9E56FBCC-9D2B-4AC3-B084-603993C68A6A}" dt="2025-12-31T21:00:02.992" v="282" actId="1036"/>
          <ac:spMkLst>
            <pc:docMk/>
            <pc:sldMk cId="134001986" sldId="265"/>
            <ac:spMk id="11" creationId="{8B1D0B8B-2CBC-A233-2A1D-5E6CB73862F5}"/>
          </ac:spMkLst>
        </pc:spChg>
        <pc:spChg chg="mod topLvl">
          <ac:chgData name="Johnson, Randall" userId="ca2a9510-4177-4989-a82b-83511f3dbcf6" providerId="ADAL" clId="{9E56FBCC-9D2B-4AC3-B084-603993C68A6A}" dt="2025-12-31T20:58:29.441" v="228" actId="1037"/>
          <ac:spMkLst>
            <pc:docMk/>
            <pc:sldMk cId="134001986" sldId="265"/>
            <ac:spMk id="13" creationId="{A2469DD6-A128-2D5E-341D-BBAE5A8FD16B}"/>
          </ac:spMkLst>
        </pc:spChg>
        <pc:spChg chg="mod">
          <ac:chgData name="Johnson, Randall" userId="ca2a9510-4177-4989-a82b-83511f3dbcf6" providerId="ADAL" clId="{9E56FBCC-9D2B-4AC3-B084-603993C68A6A}" dt="2025-12-31T20:51:36.634" v="96"/>
          <ac:spMkLst>
            <pc:docMk/>
            <pc:sldMk cId="134001986" sldId="265"/>
            <ac:spMk id="17" creationId="{22995B8C-BC70-1807-9FB4-A6A47B82B6A0}"/>
          </ac:spMkLst>
        </pc:spChg>
        <pc:spChg chg="mod topLvl">
          <ac:chgData name="Johnson, Randall" userId="ca2a9510-4177-4989-a82b-83511f3dbcf6" providerId="ADAL" clId="{9E56FBCC-9D2B-4AC3-B084-603993C68A6A}" dt="2025-12-31T20:51:41.637" v="97" actId="165"/>
          <ac:spMkLst>
            <pc:docMk/>
            <pc:sldMk cId="134001986" sldId="265"/>
            <ac:spMk id="36" creationId="{A14B4917-73C3-F0EC-7A0A-B61743DD5626}"/>
          </ac:spMkLst>
        </pc:spChg>
        <pc:spChg chg="mod topLvl">
          <ac:chgData name="Johnson, Randall" userId="ca2a9510-4177-4989-a82b-83511f3dbcf6" providerId="ADAL" clId="{9E56FBCC-9D2B-4AC3-B084-603993C68A6A}" dt="2025-12-31T20:51:41.637" v="97" actId="165"/>
          <ac:spMkLst>
            <pc:docMk/>
            <pc:sldMk cId="134001986" sldId="265"/>
            <ac:spMk id="37" creationId="{201A0C10-6755-1558-FDA8-4621178FE059}"/>
          </ac:spMkLst>
        </pc:spChg>
        <pc:spChg chg="mod topLvl">
          <ac:chgData name="Johnson, Randall" userId="ca2a9510-4177-4989-a82b-83511f3dbcf6" providerId="ADAL" clId="{9E56FBCC-9D2B-4AC3-B084-603993C68A6A}" dt="2025-12-31T20:51:41.637" v="97" actId="165"/>
          <ac:spMkLst>
            <pc:docMk/>
            <pc:sldMk cId="134001986" sldId="265"/>
            <ac:spMk id="38" creationId="{F494334D-FE20-DCBB-1DA3-7FE67E047BB8}"/>
          </ac:spMkLst>
        </pc:spChg>
        <pc:spChg chg="mod topLvl">
          <ac:chgData name="Johnson, Randall" userId="ca2a9510-4177-4989-a82b-83511f3dbcf6" providerId="ADAL" clId="{9E56FBCC-9D2B-4AC3-B084-603993C68A6A}" dt="2025-12-31T20:51:41.637" v="97" actId="165"/>
          <ac:spMkLst>
            <pc:docMk/>
            <pc:sldMk cId="134001986" sldId="265"/>
            <ac:spMk id="39" creationId="{51D2371F-C226-4E1B-6387-7463BEC905A4}"/>
          </ac:spMkLst>
        </pc:spChg>
        <pc:spChg chg="mod topLvl">
          <ac:chgData name="Johnson, Randall" userId="ca2a9510-4177-4989-a82b-83511f3dbcf6" providerId="ADAL" clId="{9E56FBCC-9D2B-4AC3-B084-603993C68A6A}" dt="2025-12-31T20:51:41.637" v="97" actId="165"/>
          <ac:spMkLst>
            <pc:docMk/>
            <pc:sldMk cId="134001986" sldId="265"/>
            <ac:spMk id="40" creationId="{04DA0D50-E227-10F5-3270-615168250237}"/>
          </ac:spMkLst>
        </pc:spChg>
        <pc:spChg chg="mod topLvl">
          <ac:chgData name="Johnson, Randall" userId="ca2a9510-4177-4989-a82b-83511f3dbcf6" providerId="ADAL" clId="{9E56FBCC-9D2B-4AC3-B084-603993C68A6A}" dt="2025-12-31T20:51:41.637" v="97" actId="165"/>
          <ac:spMkLst>
            <pc:docMk/>
            <pc:sldMk cId="134001986" sldId="265"/>
            <ac:spMk id="46" creationId="{11706469-E04A-C008-0F29-1C16F397F4D6}"/>
          </ac:spMkLst>
        </pc:spChg>
        <pc:spChg chg="mod topLvl">
          <ac:chgData name="Johnson, Randall" userId="ca2a9510-4177-4989-a82b-83511f3dbcf6" providerId="ADAL" clId="{9E56FBCC-9D2B-4AC3-B084-603993C68A6A}" dt="2025-12-31T20:52:22.274" v="123" actId="1036"/>
          <ac:spMkLst>
            <pc:docMk/>
            <pc:sldMk cId="134001986" sldId="265"/>
            <ac:spMk id="47" creationId="{16847E50-8799-278D-E29C-574BE4C44D2C}"/>
          </ac:spMkLst>
        </pc:spChg>
        <pc:spChg chg="del">
          <ac:chgData name="Johnson, Randall" userId="ca2a9510-4177-4989-a82b-83511f3dbcf6" providerId="ADAL" clId="{9E56FBCC-9D2B-4AC3-B084-603993C68A6A}" dt="2025-12-31T20:51:25.107" v="77" actId="478"/>
          <ac:spMkLst>
            <pc:docMk/>
            <pc:sldMk cId="134001986" sldId="265"/>
            <ac:spMk id="50" creationId="{17183E23-9570-D3B1-62B5-6DACE9A1445C}"/>
          </ac:spMkLst>
        </pc:spChg>
        <pc:spChg chg="del">
          <ac:chgData name="Johnson, Randall" userId="ca2a9510-4177-4989-a82b-83511f3dbcf6" providerId="ADAL" clId="{9E56FBCC-9D2B-4AC3-B084-603993C68A6A}" dt="2025-12-31T20:51:23.858" v="76" actId="478"/>
          <ac:spMkLst>
            <pc:docMk/>
            <pc:sldMk cId="134001986" sldId="265"/>
            <ac:spMk id="51" creationId="{48352E65-EA04-3605-1130-72A1064C22F5}"/>
          </ac:spMkLst>
        </pc:spChg>
        <pc:spChg chg="mod">
          <ac:chgData name="Johnson, Randall" userId="ca2a9510-4177-4989-a82b-83511f3dbcf6" providerId="ADAL" clId="{9E56FBCC-9D2B-4AC3-B084-603993C68A6A}" dt="2025-12-31T20:51:36.634" v="96"/>
          <ac:spMkLst>
            <pc:docMk/>
            <pc:sldMk cId="134001986" sldId="265"/>
            <ac:spMk id="52" creationId="{63C55937-52C2-1B99-5B76-88E9DEF85D53}"/>
          </ac:spMkLst>
        </pc:spChg>
        <pc:spChg chg="mod">
          <ac:chgData name="Johnson, Randall" userId="ca2a9510-4177-4989-a82b-83511f3dbcf6" providerId="ADAL" clId="{9E56FBCC-9D2B-4AC3-B084-603993C68A6A}" dt="2025-12-31T20:51:36.634" v="96"/>
          <ac:spMkLst>
            <pc:docMk/>
            <pc:sldMk cId="134001986" sldId="265"/>
            <ac:spMk id="53" creationId="{141AA76A-FE70-8939-DB3E-5ACEAAAB4F70}"/>
          </ac:spMkLst>
        </pc:spChg>
        <pc:spChg chg="mod">
          <ac:chgData name="Johnson, Randall" userId="ca2a9510-4177-4989-a82b-83511f3dbcf6" providerId="ADAL" clId="{9E56FBCC-9D2B-4AC3-B084-603993C68A6A}" dt="2025-12-31T20:51:36.634" v="96"/>
          <ac:spMkLst>
            <pc:docMk/>
            <pc:sldMk cId="134001986" sldId="265"/>
            <ac:spMk id="54" creationId="{BCE0E165-1C7F-4858-9B32-AD2733513720}"/>
          </ac:spMkLst>
        </pc:spChg>
        <pc:spChg chg="mod">
          <ac:chgData name="Johnson, Randall" userId="ca2a9510-4177-4989-a82b-83511f3dbcf6" providerId="ADAL" clId="{9E56FBCC-9D2B-4AC3-B084-603993C68A6A}" dt="2025-12-31T20:51:36.634" v="96"/>
          <ac:spMkLst>
            <pc:docMk/>
            <pc:sldMk cId="134001986" sldId="265"/>
            <ac:spMk id="60" creationId="{4890299A-CB10-CC30-E003-3149ED7D0879}"/>
          </ac:spMkLst>
        </pc:spChg>
        <pc:spChg chg="mod">
          <ac:chgData name="Johnson, Randall" userId="ca2a9510-4177-4989-a82b-83511f3dbcf6" providerId="ADAL" clId="{9E56FBCC-9D2B-4AC3-B084-603993C68A6A}" dt="2025-12-31T20:51:36.634" v="96"/>
          <ac:spMkLst>
            <pc:docMk/>
            <pc:sldMk cId="134001986" sldId="265"/>
            <ac:spMk id="61" creationId="{C0EE40E8-1B3C-BDA1-1E15-8DD1BB3AD53F}"/>
          </ac:spMkLst>
        </pc:spChg>
        <pc:spChg chg="add mod">
          <ac:chgData name="Johnson, Randall" userId="ca2a9510-4177-4989-a82b-83511f3dbcf6" providerId="ADAL" clId="{9E56FBCC-9D2B-4AC3-B084-603993C68A6A}" dt="2025-12-31T20:58:55.558" v="269" actId="20577"/>
          <ac:spMkLst>
            <pc:docMk/>
            <pc:sldMk cId="134001986" sldId="265"/>
            <ac:spMk id="1024" creationId="{AE8DDAC5-F60A-87ED-7FBF-6098FB08B4B0}"/>
          </ac:spMkLst>
        </pc:spChg>
        <pc:spChg chg="add mod">
          <ac:chgData name="Johnson, Randall" userId="ca2a9510-4177-4989-a82b-83511f3dbcf6" providerId="ADAL" clId="{9E56FBCC-9D2B-4AC3-B084-603993C68A6A}" dt="2025-12-31T20:59:58.191" v="278" actId="1036"/>
          <ac:spMkLst>
            <pc:docMk/>
            <pc:sldMk cId="134001986" sldId="265"/>
            <ac:spMk id="1029" creationId="{E662904E-CE70-C1CD-2FDF-8B4A2A0B034F}"/>
          </ac:spMkLst>
        </pc:spChg>
        <pc:grpChg chg="add mod">
          <ac:chgData name="Johnson, Randall" userId="ca2a9510-4177-4989-a82b-83511f3dbcf6" providerId="ADAL" clId="{9E56FBCC-9D2B-4AC3-B084-603993C68A6A}" dt="2025-12-31T20:51:36.634" v="96"/>
          <ac:grpSpMkLst>
            <pc:docMk/>
            <pc:sldMk cId="134001986" sldId="265"/>
            <ac:grpSpMk id="2" creationId="{5EDC92E1-7A52-50AE-A2C1-060C9E1E66AD}"/>
          </ac:grpSpMkLst>
        </pc:grpChg>
        <pc:grpChg chg="del">
          <ac:chgData name="Johnson, Randall" userId="ca2a9510-4177-4989-a82b-83511f3dbcf6" providerId="ADAL" clId="{9E56FBCC-9D2B-4AC3-B084-603993C68A6A}" dt="2025-12-31T20:57:33.509" v="166" actId="165"/>
          <ac:grpSpMkLst>
            <pc:docMk/>
            <pc:sldMk cId="134001986" sldId="265"/>
            <ac:grpSpMk id="3" creationId="{E2D7E69F-0A3C-9502-AAD4-2FADF4644BC2}"/>
          </ac:grpSpMkLst>
        </pc:grpChg>
        <pc:grpChg chg="del">
          <ac:chgData name="Johnson, Randall" userId="ca2a9510-4177-4989-a82b-83511f3dbcf6" providerId="ADAL" clId="{9E56FBCC-9D2B-4AC3-B084-603993C68A6A}" dt="2025-12-31T20:51:41.637" v="97" actId="165"/>
          <ac:grpSpMkLst>
            <pc:docMk/>
            <pc:sldMk cId="134001986" sldId="265"/>
            <ac:grpSpMk id="35" creationId="{58C93776-97C0-0BB8-A272-0B654458CCCA}"/>
          </ac:grpSpMkLst>
        </pc:grpChg>
        <pc:picChg chg="mod">
          <ac:chgData name="Johnson, Randall" userId="ca2a9510-4177-4989-a82b-83511f3dbcf6" providerId="ADAL" clId="{9E56FBCC-9D2B-4AC3-B084-603993C68A6A}" dt="2025-12-31T21:04:04.248" v="461" actId="1038"/>
          <ac:picMkLst>
            <pc:docMk/>
            <pc:sldMk cId="134001986" sldId="265"/>
            <ac:picMk id="1036" creationId="{D9C7E401-1851-5542-E186-7AC0B574D96E}"/>
          </ac:picMkLst>
        </pc:picChg>
        <pc:cxnChg chg="mod topLvl">
          <ac:chgData name="Johnson, Randall" userId="ca2a9510-4177-4989-a82b-83511f3dbcf6" providerId="ADAL" clId="{9E56FBCC-9D2B-4AC3-B084-603993C68A6A}" dt="2025-12-31T20:57:33.509" v="166" actId="165"/>
          <ac:cxnSpMkLst>
            <pc:docMk/>
            <pc:sldMk cId="134001986" sldId="265"/>
            <ac:cxnSpMk id="10" creationId="{7E73BCB5-544F-70B5-2592-2063E6F5923F}"/>
          </ac:cxnSpMkLst>
        </pc:cxnChg>
        <pc:cxnChg chg="mod topLvl">
          <ac:chgData name="Johnson, Randall" userId="ca2a9510-4177-4989-a82b-83511f3dbcf6" providerId="ADAL" clId="{9E56FBCC-9D2B-4AC3-B084-603993C68A6A}" dt="2025-12-31T20:59:46.141" v="276" actId="1035"/>
          <ac:cxnSpMkLst>
            <pc:docMk/>
            <pc:sldMk cId="134001986" sldId="265"/>
            <ac:cxnSpMk id="12" creationId="{2747E39C-5A5D-DF0A-C44C-DC5F5456C6E2}"/>
          </ac:cxnSpMkLst>
        </pc:cxnChg>
        <pc:cxnChg chg="mod">
          <ac:chgData name="Johnson, Randall" userId="ca2a9510-4177-4989-a82b-83511f3dbcf6" providerId="ADAL" clId="{9E56FBCC-9D2B-4AC3-B084-603993C68A6A}" dt="2025-12-31T20:59:46.141" v="276" actId="1035"/>
          <ac:cxnSpMkLst>
            <pc:docMk/>
            <pc:sldMk cId="134001986" sldId="265"/>
            <ac:cxnSpMk id="14" creationId="{282D8CB5-7FB4-9019-5365-55F8ED1153B0}"/>
          </ac:cxnSpMkLst>
        </pc:cxnChg>
        <pc:cxnChg chg="mod">
          <ac:chgData name="Johnson, Randall" userId="ca2a9510-4177-4989-a82b-83511f3dbcf6" providerId="ADAL" clId="{9E56FBCC-9D2B-4AC3-B084-603993C68A6A}" dt="2025-12-31T21:00:02.992" v="282" actId="1036"/>
          <ac:cxnSpMkLst>
            <pc:docMk/>
            <pc:sldMk cId="134001986" sldId="265"/>
            <ac:cxnSpMk id="15" creationId="{565D2A45-5960-C1CC-F34F-D83424A25E5E}"/>
          </ac:cxnSpMkLst>
        </pc:cxnChg>
        <pc:cxnChg chg="mod">
          <ac:chgData name="Johnson, Randall" userId="ca2a9510-4177-4989-a82b-83511f3dbcf6" providerId="ADAL" clId="{9E56FBCC-9D2B-4AC3-B084-603993C68A6A}" dt="2025-12-31T20:59:46.141" v="276" actId="1035"/>
          <ac:cxnSpMkLst>
            <pc:docMk/>
            <pc:sldMk cId="134001986" sldId="265"/>
            <ac:cxnSpMk id="18" creationId="{95A56B53-7FA5-4CB5-7FC7-922BA4511155}"/>
          </ac:cxnSpMkLst>
        </pc:cxnChg>
        <pc:cxnChg chg="mod">
          <ac:chgData name="Johnson, Randall" userId="ca2a9510-4177-4989-a82b-83511f3dbcf6" providerId="ADAL" clId="{9E56FBCC-9D2B-4AC3-B084-603993C68A6A}" dt="2025-12-31T20:58:29.441" v="228" actId="1037"/>
          <ac:cxnSpMkLst>
            <pc:docMk/>
            <pc:sldMk cId="134001986" sldId="265"/>
            <ac:cxnSpMk id="21" creationId="{9CB8F6DD-503C-20E2-7801-34043EA3188E}"/>
          </ac:cxnSpMkLst>
        </pc:cxnChg>
        <pc:cxnChg chg="mod topLvl">
          <ac:chgData name="Johnson, Randall" userId="ca2a9510-4177-4989-a82b-83511f3dbcf6" providerId="ADAL" clId="{9E56FBCC-9D2B-4AC3-B084-603993C68A6A}" dt="2025-12-31T20:51:41.637" v="97" actId="165"/>
          <ac:cxnSpMkLst>
            <pc:docMk/>
            <pc:sldMk cId="134001986" sldId="265"/>
            <ac:cxnSpMk id="45" creationId="{BE49AECB-6B07-6C0C-0F12-8BFB81E3EE2D}"/>
          </ac:cxnSpMkLst>
        </pc:cxnChg>
        <pc:cxnChg chg="mod">
          <ac:chgData name="Johnson, Randall" userId="ca2a9510-4177-4989-a82b-83511f3dbcf6" providerId="ADAL" clId="{9E56FBCC-9D2B-4AC3-B084-603993C68A6A}" dt="2025-12-31T21:05:21.948" v="471" actId="14100"/>
          <ac:cxnSpMkLst>
            <pc:docMk/>
            <pc:sldMk cId="134001986" sldId="265"/>
            <ac:cxnSpMk id="48" creationId="{9A7C1C86-F7B6-75FF-531B-25CA6771AEA0}"/>
          </ac:cxnSpMkLst>
        </pc:cxnChg>
        <pc:cxnChg chg="mod topLvl">
          <ac:chgData name="Johnson, Randall" userId="ca2a9510-4177-4989-a82b-83511f3dbcf6" providerId="ADAL" clId="{9E56FBCC-9D2B-4AC3-B084-603993C68A6A}" dt="2025-12-31T20:52:22.274" v="123" actId="1036"/>
          <ac:cxnSpMkLst>
            <pc:docMk/>
            <pc:sldMk cId="134001986" sldId="265"/>
            <ac:cxnSpMk id="49" creationId="{E3019B5E-1817-8DC2-12F9-78E7B68FD5DA}"/>
          </ac:cxnSpMkLst>
        </pc:cxnChg>
        <pc:cxnChg chg="mod">
          <ac:chgData name="Johnson, Randall" userId="ca2a9510-4177-4989-a82b-83511f3dbcf6" providerId="ADAL" clId="{9E56FBCC-9D2B-4AC3-B084-603993C68A6A}" dt="2025-12-31T20:51:36.634" v="96"/>
          <ac:cxnSpMkLst>
            <pc:docMk/>
            <pc:sldMk cId="134001986" sldId="265"/>
            <ac:cxnSpMk id="58" creationId="{3B3AF6C4-A266-DECC-2459-9F19509D216D}"/>
          </ac:cxnSpMkLst>
        </pc:cxnChg>
        <pc:cxnChg chg="mod">
          <ac:chgData name="Johnson, Randall" userId="ca2a9510-4177-4989-a82b-83511f3dbcf6" providerId="ADAL" clId="{9E56FBCC-9D2B-4AC3-B084-603993C68A6A}" dt="2025-12-31T20:51:36.634" v="96"/>
          <ac:cxnSpMkLst>
            <pc:docMk/>
            <pc:sldMk cId="134001986" sldId="265"/>
            <ac:cxnSpMk id="62" creationId="{813D8D2E-3CE5-B4B2-5B65-E2F668F29B78}"/>
          </ac:cxnSpMkLst>
        </pc:cxnChg>
        <pc:cxnChg chg="add mod">
          <ac:chgData name="Johnson, Randall" userId="ca2a9510-4177-4989-a82b-83511f3dbcf6" providerId="ADAL" clId="{9E56FBCC-9D2B-4AC3-B084-603993C68A6A}" dt="2025-12-31T20:52:14.530" v="103" actId="14100"/>
          <ac:cxnSpMkLst>
            <pc:docMk/>
            <pc:sldMk cId="134001986" sldId="265"/>
            <ac:cxnSpMk id="1027" creationId="{75A0D84D-9AA1-2749-D5CE-D9EE83B6DA60}"/>
          </ac:cxnSpMkLst>
        </pc:cxnChg>
        <pc:cxnChg chg="add mod">
          <ac:chgData name="Johnson, Randall" userId="ca2a9510-4177-4989-a82b-83511f3dbcf6" providerId="ADAL" clId="{9E56FBCC-9D2B-4AC3-B084-603993C68A6A}" dt="2025-12-31T20:59:58.191" v="278" actId="1036"/>
          <ac:cxnSpMkLst>
            <pc:docMk/>
            <pc:sldMk cId="134001986" sldId="265"/>
            <ac:cxnSpMk id="1031" creationId="{7F3FAE6F-0C96-0BF7-F294-CAF1D552277A}"/>
          </ac:cxnSpMkLst>
        </pc:cxnChg>
      </pc:sldChg>
      <pc:sldChg chg="addSp delSp modSp add mod">
        <pc:chgData name="Johnson, Randall" userId="ca2a9510-4177-4989-a82b-83511f3dbcf6" providerId="ADAL" clId="{9E56FBCC-9D2B-4AC3-B084-603993C68A6A}" dt="2025-12-31T21:30:47.977" v="999" actId="1076"/>
        <pc:sldMkLst>
          <pc:docMk/>
          <pc:sldMk cId="1897913607" sldId="266"/>
        </pc:sldMkLst>
        <pc:spChg chg="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4" creationId="{E95C7732-402B-4B40-865C-311732214A7E}"/>
          </ac:spMkLst>
        </pc:spChg>
        <pc:spChg chg="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5" creationId="{57495BDE-692D-70DC-84B0-B68CBAB5C5B9}"/>
          </ac:spMkLst>
        </pc:spChg>
        <pc:spChg chg="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6" creationId="{506E7440-5FFC-F2C8-ADD8-41E1D1AEE222}"/>
          </ac:spMkLst>
        </pc:spChg>
        <pc:spChg chg="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7" creationId="{72B1F9E5-5163-118C-2B2A-F4007C9F4309}"/>
          </ac:spMkLst>
        </pc:spChg>
        <pc:spChg chg="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8" creationId="{B8360A6B-9CFD-3F5E-8C55-EC1CC843E827}"/>
          </ac:spMkLst>
        </pc:spChg>
        <pc:spChg chg="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11" creationId="{D9E0DDA7-040C-F1A7-3A26-7E2F139D3718}"/>
          </ac:spMkLst>
        </pc:spChg>
        <pc:spChg chg="add del 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13" creationId="{3B52B9B6-F933-6708-AF19-2F46789839EC}"/>
          </ac:spMkLst>
        </pc:spChg>
        <pc:spChg chg="mod topLvl">
          <ac:chgData name="Johnson, Randall" userId="ca2a9510-4177-4989-a82b-83511f3dbcf6" providerId="ADAL" clId="{9E56FBCC-9D2B-4AC3-B084-603993C68A6A}" dt="2025-12-31T21:07:11.731" v="478" actId="165"/>
          <ac:spMkLst>
            <pc:docMk/>
            <pc:sldMk cId="1897913607" sldId="266"/>
            <ac:spMk id="35" creationId="{3953693E-DAEB-F71E-6431-E8C0D737CD33}"/>
          </ac:spMkLst>
        </pc:spChg>
        <pc:spChg chg="mod topLvl">
          <ac:chgData name="Johnson, Randall" userId="ca2a9510-4177-4989-a82b-83511f3dbcf6" providerId="ADAL" clId="{9E56FBCC-9D2B-4AC3-B084-603993C68A6A}" dt="2025-12-31T21:16:36.707" v="670" actId="164"/>
          <ac:spMkLst>
            <pc:docMk/>
            <pc:sldMk cId="1897913607" sldId="266"/>
            <ac:spMk id="36" creationId="{B5A7ADAA-C5E0-2210-A98A-9C11073EDE8F}"/>
          </ac:spMkLst>
        </pc:spChg>
        <pc:spChg chg="mod topLvl">
          <ac:chgData name="Johnson, Randall" userId="ca2a9510-4177-4989-a82b-83511f3dbcf6" providerId="ADAL" clId="{9E56FBCC-9D2B-4AC3-B084-603993C68A6A}" dt="2025-12-31T21:16:36.707" v="670" actId="164"/>
          <ac:spMkLst>
            <pc:docMk/>
            <pc:sldMk cId="1897913607" sldId="266"/>
            <ac:spMk id="37" creationId="{8D68045D-0704-C430-A828-962002385557}"/>
          </ac:spMkLst>
        </pc:spChg>
        <pc:spChg chg="mod topLvl">
          <ac:chgData name="Johnson, Randall" userId="ca2a9510-4177-4989-a82b-83511f3dbcf6" providerId="ADAL" clId="{9E56FBCC-9D2B-4AC3-B084-603993C68A6A}" dt="2025-12-31T21:16:36.707" v="670" actId="164"/>
          <ac:spMkLst>
            <pc:docMk/>
            <pc:sldMk cId="1897913607" sldId="266"/>
            <ac:spMk id="38" creationId="{0261396C-9978-FA9B-6E20-E5FB5802DC6C}"/>
          </ac:spMkLst>
        </pc:spChg>
        <pc:spChg chg="mod topLvl">
          <ac:chgData name="Johnson, Randall" userId="ca2a9510-4177-4989-a82b-83511f3dbcf6" providerId="ADAL" clId="{9E56FBCC-9D2B-4AC3-B084-603993C68A6A}" dt="2025-12-31T21:16:36.707" v="670" actId="164"/>
          <ac:spMkLst>
            <pc:docMk/>
            <pc:sldMk cId="1897913607" sldId="266"/>
            <ac:spMk id="39" creationId="{E2F1A089-1F19-6208-96DD-78BACC4EB8E9}"/>
          </ac:spMkLst>
        </pc:spChg>
        <pc:spChg chg="mod topLvl">
          <ac:chgData name="Johnson, Randall" userId="ca2a9510-4177-4989-a82b-83511f3dbcf6" providerId="ADAL" clId="{9E56FBCC-9D2B-4AC3-B084-603993C68A6A}" dt="2025-12-31T21:16:36.707" v="670" actId="164"/>
          <ac:spMkLst>
            <pc:docMk/>
            <pc:sldMk cId="1897913607" sldId="266"/>
            <ac:spMk id="40" creationId="{59CD1FBB-268B-3C37-1E5D-DA61DD5D2107}"/>
          </ac:spMkLst>
        </pc:spChg>
        <pc:spChg chg="mod topLvl">
          <ac:chgData name="Johnson, Randall" userId="ca2a9510-4177-4989-a82b-83511f3dbcf6" providerId="ADAL" clId="{9E56FBCC-9D2B-4AC3-B084-603993C68A6A}" dt="2025-12-31T21:16:36.707" v="670" actId="164"/>
          <ac:spMkLst>
            <pc:docMk/>
            <pc:sldMk cId="1897913607" sldId="266"/>
            <ac:spMk id="46" creationId="{CBF80ABF-C74C-8A81-0A3F-BDD8DE66E970}"/>
          </ac:spMkLst>
        </pc:spChg>
        <pc:spChg chg="mod topLvl">
          <ac:chgData name="Johnson, Randall" userId="ca2a9510-4177-4989-a82b-83511f3dbcf6" providerId="ADAL" clId="{9E56FBCC-9D2B-4AC3-B084-603993C68A6A}" dt="2025-12-31T21:16:36.707" v="670" actId="164"/>
          <ac:spMkLst>
            <pc:docMk/>
            <pc:sldMk cId="1897913607" sldId="266"/>
            <ac:spMk id="47" creationId="{AF6E8C81-4C9E-72AB-70F2-5E0E1E88D5A6}"/>
          </ac:spMkLst>
        </pc:spChg>
        <pc:spChg chg="mod topLvl">
          <ac:chgData name="Johnson, Randall" userId="ca2a9510-4177-4989-a82b-83511f3dbcf6" providerId="ADAL" clId="{9E56FBCC-9D2B-4AC3-B084-603993C68A6A}" dt="2025-12-31T21:07:11.731" v="478" actId="165"/>
          <ac:spMkLst>
            <pc:docMk/>
            <pc:sldMk cId="1897913607" sldId="266"/>
            <ac:spMk id="50" creationId="{FF1D0C86-F85C-9060-FECC-4A1F32C8F6D5}"/>
          </ac:spMkLst>
        </pc:spChg>
        <pc:spChg chg="mod topLvl">
          <ac:chgData name="Johnson, Randall" userId="ca2a9510-4177-4989-a82b-83511f3dbcf6" providerId="ADAL" clId="{9E56FBCC-9D2B-4AC3-B084-603993C68A6A}" dt="2025-12-31T21:07:11.731" v="478" actId="165"/>
          <ac:spMkLst>
            <pc:docMk/>
            <pc:sldMk cId="1897913607" sldId="266"/>
            <ac:spMk id="51" creationId="{2434C970-F3A2-68B0-2B0F-99BCB4B2ADB0}"/>
          </ac:spMkLst>
        </pc:spChg>
        <pc:spChg chg="mod topLvl">
          <ac:chgData name="Johnson, Randall" userId="ca2a9510-4177-4989-a82b-83511f3dbcf6" providerId="ADAL" clId="{9E56FBCC-9D2B-4AC3-B084-603993C68A6A}" dt="2025-12-31T21:07:11.731" v="478" actId="165"/>
          <ac:spMkLst>
            <pc:docMk/>
            <pc:sldMk cId="1897913607" sldId="266"/>
            <ac:spMk id="52" creationId="{02C8684F-2482-FFF7-3F52-A5FE804097BE}"/>
          </ac:spMkLst>
        </pc:spChg>
        <pc:spChg chg="mod topLvl">
          <ac:chgData name="Johnson, Randall" userId="ca2a9510-4177-4989-a82b-83511f3dbcf6" providerId="ADAL" clId="{9E56FBCC-9D2B-4AC3-B084-603993C68A6A}" dt="2025-12-31T21:07:11.731" v="478" actId="165"/>
          <ac:spMkLst>
            <pc:docMk/>
            <pc:sldMk cId="1897913607" sldId="266"/>
            <ac:spMk id="53" creationId="{DFD66DF2-377A-22F8-BCF9-4116CBC33249}"/>
          </ac:spMkLst>
        </pc:spChg>
        <pc:spChg chg="mod topLvl">
          <ac:chgData name="Johnson, Randall" userId="ca2a9510-4177-4989-a82b-83511f3dbcf6" providerId="ADAL" clId="{9E56FBCC-9D2B-4AC3-B084-603993C68A6A}" dt="2025-12-31T21:07:11.731" v="478" actId="165"/>
          <ac:spMkLst>
            <pc:docMk/>
            <pc:sldMk cId="1897913607" sldId="266"/>
            <ac:spMk id="59" creationId="{0E36C548-7703-A8B7-465C-A58D93E2113C}"/>
          </ac:spMkLst>
        </pc:spChg>
        <pc:spChg chg="mod topLvl">
          <ac:chgData name="Johnson, Randall" userId="ca2a9510-4177-4989-a82b-83511f3dbcf6" providerId="ADAL" clId="{9E56FBCC-9D2B-4AC3-B084-603993C68A6A}" dt="2025-12-31T21:07:11.731" v="478" actId="165"/>
          <ac:spMkLst>
            <pc:docMk/>
            <pc:sldMk cId="1897913607" sldId="266"/>
            <ac:spMk id="60" creationId="{10A7875C-1FC6-F732-C9B9-72F8F1F2475D}"/>
          </ac:spMkLst>
        </pc:spChg>
        <pc:spChg chg="mod topLvl">
          <ac:chgData name="Johnson, Randall" userId="ca2a9510-4177-4989-a82b-83511f3dbcf6" providerId="ADAL" clId="{9E56FBCC-9D2B-4AC3-B084-603993C68A6A}" dt="2025-12-31T21:07:11.731" v="478" actId="165"/>
          <ac:spMkLst>
            <pc:docMk/>
            <pc:sldMk cId="1897913607" sldId="266"/>
            <ac:spMk id="63" creationId="{EB519DFC-7B8B-2532-6D15-C1E6641C942D}"/>
          </ac:spMkLst>
        </pc:spChg>
        <pc:spChg chg="mod topLvl">
          <ac:chgData name="Johnson, Randall" userId="ca2a9510-4177-4989-a82b-83511f3dbcf6" providerId="ADAL" clId="{9E56FBCC-9D2B-4AC3-B084-603993C68A6A}" dt="2025-12-31T21:16:36.707" v="670" actId="164"/>
          <ac:spMkLst>
            <pc:docMk/>
            <pc:sldMk cId="1897913607" sldId="266"/>
            <ac:spMk id="1024" creationId="{594092CD-43E4-3EFD-3347-399C95F0659B}"/>
          </ac:spMkLst>
        </pc:spChg>
        <pc:spChg chg="add del mod">
          <ac:chgData name="Johnson, Randall" userId="ca2a9510-4177-4989-a82b-83511f3dbcf6" providerId="ADAL" clId="{9E56FBCC-9D2B-4AC3-B084-603993C68A6A}" dt="2025-12-31T21:08:19.077" v="492" actId="478"/>
          <ac:spMkLst>
            <pc:docMk/>
            <pc:sldMk cId="1897913607" sldId="266"/>
            <ac:spMk id="1028" creationId="{4E2F3F89-495C-BCC9-F635-28757730AF02}"/>
          </ac:spMkLst>
        </pc:spChg>
        <pc:spChg chg="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1029" creationId="{6839B840-58DE-1F42-7D76-325AF3DF8C15}"/>
          </ac:spMkLst>
        </pc:spChg>
        <pc:spChg chg="add 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1032" creationId="{19400D35-672F-BF00-80FF-4F3F18CA8D9A}"/>
          </ac:spMkLst>
        </pc:spChg>
        <pc:spChg chg="add 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1038" creationId="{E5FF635F-C7C3-8F28-48FB-6035C4B13234}"/>
          </ac:spMkLst>
        </pc:spChg>
        <pc:spChg chg="add mod">
          <ac:chgData name="Johnson, Randall" userId="ca2a9510-4177-4989-a82b-83511f3dbcf6" providerId="ADAL" clId="{9E56FBCC-9D2B-4AC3-B084-603993C68A6A}" dt="2025-12-31T21:30:47.977" v="999" actId="1076"/>
          <ac:spMkLst>
            <pc:docMk/>
            <pc:sldMk cId="1897913607" sldId="266"/>
            <ac:spMk id="1055" creationId="{45B033F1-6FE7-901A-4E34-EA87F5A95747}"/>
          </ac:spMkLst>
        </pc:spChg>
        <pc:spChg chg="add mod">
          <ac:chgData name="Johnson, Randall" userId="ca2a9510-4177-4989-a82b-83511f3dbcf6" providerId="ADAL" clId="{9E56FBCC-9D2B-4AC3-B084-603993C68A6A}" dt="2025-12-31T21:18:05.340" v="683" actId="1076"/>
          <ac:spMkLst>
            <pc:docMk/>
            <pc:sldMk cId="1897913607" sldId="266"/>
            <ac:spMk id="1056" creationId="{52EE19C9-2AA6-F0CD-F3A2-578AF35F2582}"/>
          </ac:spMkLst>
        </pc:spChg>
        <pc:spChg chg="mod">
          <ac:chgData name="Johnson, Randall" userId="ca2a9510-4177-4989-a82b-83511f3dbcf6" providerId="ADAL" clId="{9E56FBCC-9D2B-4AC3-B084-603993C68A6A}" dt="2025-12-31T21:30:11.551" v="993"/>
          <ac:spMkLst>
            <pc:docMk/>
            <pc:sldMk cId="1897913607" sldId="266"/>
            <ac:spMk id="1059" creationId="{F7B86761-BC43-4449-020E-AC911784D0FA}"/>
          </ac:spMkLst>
        </pc:spChg>
        <pc:spChg chg="mod">
          <ac:chgData name="Johnson, Randall" userId="ca2a9510-4177-4989-a82b-83511f3dbcf6" providerId="ADAL" clId="{9E56FBCC-9D2B-4AC3-B084-603993C68A6A}" dt="2025-12-31T21:30:11.551" v="993"/>
          <ac:spMkLst>
            <pc:docMk/>
            <pc:sldMk cId="1897913607" sldId="266"/>
            <ac:spMk id="1060" creationId="{8B3B7DBD-442B-0361-AF8D-C3E13BC8ADB2}"/>
          </ac:spMkLst>
        </pc:spChg>
        <pc:spChg chg="mod">
          <ac:chgData name="Johnson, Randall" userId="ca2a9510-4177-4989-a82b-83511f3dbcf6" providerId="ADAL" clId="{9E56FBCC-9D2B-4AC3-B084-603993C68A6A}" dt="2025-12-31T21:30:11.551" v="993"/>
          <ac:spMkLst>
            <pc:docMk/>
            <pc:sldMk cId="1897913607" sldId="266"/>
            <ac:spMk id="1061" creationId="{417146A6-F968-ABF4-E6BE-F84B41CEF9B6}"/>
          </ac:spMkLst>
        </pc:spChg>
        <pc:spChg chg="mod">
          <ac:chgData name="Johnson, Randall" userId="ca2a9510-4177-4989-a82b-83511f3dbcf6" providerId="ADAL" clId="{9E56FBCC-9D2B-4AC3-B084-603993C68A6A}" dt="2025-12-31T21:30:11.551" v="993"/>
          <ac:spMkLst>
            <pc:docMk/>
            <pc:sldMk cId="1897913607" sldId="266"/>
            <ac:spMk id="1063" creationId="{08E0EBFA-C1EF-A445-D2A5-E62F63961897}"/>
          </ac:spMkLst>
        </pc:spChg>
        <pc:spChg chg="mod">
          <ac:chgData name="Johnson, Randall" userId="ca2a9510-4177-4989-a82b-83511f3dbcf6" providerId="ADAL" clId="{9E56FBCC-9D2B-4AC3-B084-603993C68A6A}" dt="2025-12-31T21:30:11.551" v="993"/>
          <ac:spMkLst>
            <pc:docMk/>
            <pc:sldMk cId="1897913607" sldId="266"/>
            <ac:spMk id="1066" creationId="{17B234B1-920A-F48D-77C2-64166EFDB2BE}"/>
          </ac:spMkLst>
        </pc:spChg>
        <pc:grpChg chg="add del mod">
          <ac:chgData name="Johnson, Randall" userId="ca2a9510-4177-4989-a82b-83511f3dbcf6" providerId="ADAL" clId="{9E56FBCC-9D2B-4AC3-B084-603993C68A6A}" dt="2025-12-31T21:10:37.848" v="577" actId="165"/>
          <ac:grpSpMkLst>
            <pc:docMk/>
            <pc:sldMk cId="1897913607" sldId="266"/>
            <ac:grpSpMk id="9" creationId="{6706582D-5223-5693-ED07-C16DD68B2806}"/>
          </ac:grpSpMkLst>
        </pc:grpChg>
        <pc:grpChg chg="add del mod">
          <ac:chgData name="Johnson, Randall" userId="ca2a9510-4177-4989-a82b-83511f3dbcf6" providerId="ADAL" clId="{9E56FBCC-9D2B-4AC3-B084-603993C68A6A}" dt="2025-12-31T21:07:11.731" v="478" actId="165"/>
          <ac:grpSpMkLst>
            <pc:docMk/>
            <pc:sldMk cId="1897913607" sldId="266"/>
            <ac:grpSpMk id="17" creationId="{8B7759F0-109F-C955-7628-62B78B012007}"/>
          </ac:grpSpMkLst>
        </pc:grpChg>
        <pc:grpChg chg="add del">
          <ac:chgData name="Johnson, Randall" userId="ca2a9510-4177-4989-a82b-83511f3dbcf6" providerId="ADAL" clId="{9E56FBCC-9D2B-4AC3-B084-603993C68A6A}" dt="2025-12-31T21:06:52.930" v="477" actId="478"/>
          <ac:grpSpMkLst>
            <pc:docMk/>
            <pc:sldMk cId="1897913607" sldId="266"/>
            <ac:grpSpMk id="19" creationId="{86EDC828-0F1A-7EF1-9CA8-60C0F3B1E108}"/>
          </ac:grpSpMkLst>
        </pc:grpChg>
        <pc:grpChg chg="add del mod">
          <ac:chgData name="Johnson, Randall" userId="ca2a9510-4177-4989-a82b-83511f3dbcf6" providerId="ADAL" clId="{9E56FBCC-9D2B-4AC3-B084-603993C68A6A}" dt="2025-12-31T21:29:59.966" v="991" actId="478"/>
          <ac:grpSpMkLst>
            <pc:docMk/>
            <pc:sldMk cId="1897913607" sldId="266"/>
            <ac:grpSpMk id="1054" creationId="{CFC0C7FF-A6BA-ECBC-554C-8E46E043A302}"/>
          </ac:grpSpMkLst>
        </pc:grpChg>
        <pc:grpChg chg="add mod">
          <ac:chgData name="Johnson, Randall" userId="ca2a9510-4177-4989-a82b-83511f3dbcf6" providerId="ADAL" clId="{9E56FBCC-9D2B-4AC3-B084-603993C68A6A}" dt="2025-12-31T21:30:11.551" v="993"/>
          <ac:grpSpMkLst>
            <pc:docMk/>
            <pc:sldMk cId="1897913607" sldId="266"/>
            <ac:grpSpMk id="1058" creationId="{069D5351-7A71-6002-24BC-566165DEAC7F}"/>
          </ac:grpSpMkLst>
        </pc:grpChg>
        <pc:picChg chg="add del mod">
          <ac:chgData name="Johnson, Randall" userId="ca2a9510-4177-4989-a82b-83511f3dbcf6" providerId="ADAL" clId="{9E56FBCC-9D2B-4AC3-B084-603993C68A6A}" dt="2025-12-31T21:30:02.453" v="992" actId="478"/>
          <ac:picMkLst>
            <pc:docMk/>
            <pc:sldMk cId="1897913607" sldId="266"/>
            <ac:picMk id="2" creationId="{D8158249-3A92-5487-C3DE-C60C6B5172EA}"/>
          </ac:picMkLst>
        </pc:picChg>
        <pc:picChg chg="del mod">
          <ac:chgData name="Johnson, Randall" userId="ca2a9510-4177-4989-a82b-83511f3dbcf6" providerId="ADAL" clId="{9E56FBCC-9D2B-4AC3-B084-603993C68A6A}" dt="2025-12-31T21:04:14.148" v="462" actId="478"/>
          <ac:picMkLst>
            <pc:docMk/>
            <pc:sldMk cId="1897913607" sldId="266"/>
            <ac:picMk id="1036" creationId="{536682CD-3331-BD9A-D594-61FF52488281}"/>
          </ac:picMkLst>
        </pc:picChg>
        <pc:picChg chg="add mod">
          <ac:chgData name="Johnson, Randall" userId="ca2a9510-4177-4989-a82b-83511f3dbcf6" providerId="ADAL" clId="{9E56FBCC-9D2B-4AC3-B084-603993C68A6A}" dt="2025-12-31T21:30:11.551" v="993"/>
          <ac:picMkLst>
            <pc:docMk/>
            <pc:sldMk cId="1897913607" sldId="266"/>
            <ac:picMk id="1057" creationId="{F502F6AD-59E7-4BAA-61CE-709A38992E69}"/>
          </ac:picMkLst>
        </pc:picChg>
        <pc:cxnChg chg="mod">
          <ac:chgData name="Johnson, Randall" userId="ca2a9510-4177-4989-a82b-83511f3dbcf6" providerId="ADAL" clId="{9E56FBCC-9D2B-4AC3-B084-603993C68A6A}" dt="2025-12-31T21:08:35.841" v="531" actId="1036"/>
          <ac:cxnSpMkLst>
            <pc:docMk/>
            <pc:sldMk cId="1897913607" sldId="266"/>
            <ac:cxnSpMk id="15" creationId="{779D2E9D-D744-C479-5A3F-A9F2FE69E68F}"/>
          </ac:cxnSpMkLst>
        </pc:cxnChg>
        <pc:cxnChg chg="del mod">
          <ac:chgData name="Johnson, Randall" userId="ca2a9510-4177-4989-a82b-83511f3dbcf6" providerId="ADAL" clId="{9E56FBCC-9D2B-4AC3-B084-603993C68A6A}" dt="2025-12-31T21:10:18.014" v="574" actId="478"/>
          <ac:cxnSpMkLst>
            <pc:docMk/>
            <pc:sldMk cId="1897913607" sldId="266"/>
            <ac:cxnSpMk id="16" creationId="{22220B5A-49CC-CC68-16FB-2F5E24BF41D3}"/>
          </ac:cxnSpMkLst>
        </pc:cxnChg>
        <pc:cxnChg chg="mod">
          <ac:chgData name="Johnson, Randall" userId="ca2a9510-4177-4989-a82b-83511f3dbcf6" providerId="ADAL" clId="{9E56FBCC-9D2B-4AC3-B084-603993C68A6A}" dt="2025-12-31T21:10:10.993" v="573" actId="14100"/>
          <ac:cxnSpMkLst>
            <pc:docMk/>
            <pc:sldMk cId="1897913607" sldId="266"/>
            <ac:cxnSpMk id="18" creationId="{9C766AE6-F4BE-129F-0D19-EDE6E3B27F88}"/>
          </ac:cxnSpMkLst>
        </pc:cxnChg>
        <pc:cxnChg chg="add del mod">
          <ac:chgData name="Johnson, Randall" userId="ca2a9510-4177-4989-a82b-83511f3dbcf6" providerId="ADAL" clId="{9E56FBCC-9D2B-4AC3-B084-603993C68A6A}" dt="2025-12-31T21:08:53.530" v="569" actId="1035"/>
          <ac:cxnSpMkLst>
            <pc:docMk/>
            <pc:sldMk cId="1897913607" sldId="266"/>
            <ac:cxnSpMk id="21" creationId="{D7A4671D-0267-8DEF-234F-FE42ED6816AB}"/>
          </ac:cxnSpMkLst>
        </pc:cxnChg>
        <pc:cxnChg chg="mod">
          <ac:chgData name="Johnson, Randall" userId="ca2a9510-4177-4989-a82b-83511f3dbcf6" providerId="ADAL" clId="{9E56FBCC-9D2B-4AC3-B084-603993C68A6A}" dt="2025-12-31T21:06:52.930" v="477" actId="478"/>
          <ac:cxnSpMkLst>
            <pc:docMk/>
            <pc:sldMk cId="1897913607" sldId="266"/>
            <ac:cxnSpMk id="26" creationId="{5FE18AB9-B08C-62C1-A4AD-F272237688AF}"/>
          </ac:cxnSpMkLst>
        </pc:cxnChg>
        <pc:cxnChg chg="mod">
          <ac:chgData name="Johnson, Randall" userId="ca2a9510-4177-4989-a82b-83511f3dbcf6" providerId="ADAL" clId="{9E56FBCC-9D2B-4AC3-B084-603993C68A6A}" dt="2025-12-31T21:06:52.930" v="477" actId="478"/>
          <ac:cxnSpMkLst>
            <pc:docMk/>
            <pc:sldMk cId="1897913607" sldId="266"/>
            <ac:cxnSpMk id="27" creationId="{794B6243-897F-7687-B227-F4FC9EF1E1F0}"/>
          </ac:cxnSpMkLst>
        </pc:cxnChg>
        <pc:cxnChg chg="mod">
          <ac:chgData name="Johnson, Randall" userId="ca2a9510-4177-4989-a82b-83511f3dbcf6" providerId="ADAL" clId="{9E56FBCC-9D2B-4AC3-B084-603993C68A6A}" dt="2025-12-31T21:06:52.930" v="477" actId="478"/>
          <ac:cxnSpMkLst>
            <pc:docMk/>
            <pc:sldMk cId="1897913607" sldId="266"/>
            <ac:cxnSpMk id="28" creationId="{573F2F4A-64B2-052B-F9D7-D732B2560176}"/>
          </ac:cxnSpMkLst>
        </pc:cxnChg>
        <pc:cxnChg chg="mod">
          <ac:chgData name="Johnson, Randall" userId="ca2a9510-4177-4989-a82b-83511f3dbcf6" providerId="ADAL" clId="{9E56FBCC-9D2B-4AC3-B084-603993C68A6A}" dt="2025-12-31T21:06:52.930" v="477" actId="478"/>
          <ac:cxnSpMkLst>
            <pc:docMk/>
            <pc:sldMk cId="1897913607" sldId="266"/>
            <ac:cxnSpMk id="29" creationId="{EE3E9881-164B-E6B1-7791-A4252B89DC55}"/>
          </ac:cxnSpMkLst>
        </pc:cxnChg>
        <pc:cxnChg chg="mod">
          <ac:chgData name="Johnson, Randall" userId="ca2a9510-4177-4989-a82b-83511f3dbcf6" providerId="ADAL" clId="{9E56FBCC-9D2B-4AC3-B084-603993C68A6A}" dt="2025-12-31T21:06:52.930" v="477" actId="478"/>
          <ac:cxnSpMkLst>
            <pc:docMk/>
            <pc:sldMk cId="1897913607" sldId="266"/>
            <ac:cxnSpMk id="30" creationId="{75FBC942-DAD1-2B2F-B96C-F6D9D21241EE}"/>
          </ac:cxnSpMkLst>
        </pc:cxnChg>
        <pc:cxnChg chg="mod">
          <ac:chgData name="Johnson, Randall" userId="ca2a9510-4177-4989-a82b-83511f3dbcf6" providerId="ADAL" clId="{9E56FBCC-9D2B-4AC3-B084-603993C68A6A}" dt="2025-12-31T21:06:52.930" v="477" actId="478"/>
          <ac:cxnSpMkLst>
            <pc:docMk/>
            <pc:sldMk cId="1897913607" sldId="266"/>
            <ac:cxnSpMk id="33" creationId="{20743699-B72D-4551-0484-1D2B30DDE5B2}"/>
          </ac:cxnSpMkLst>
        </pc:cxnChg>
        <pc:cxnChg chg="mod">
          <ac:chgData name="Johnson, Randall" userId="ca2a9510-4177-4989-a82b-83511f3dbcf6" providerId="ADAL" clId="{9E56FBCC-9D2B-4AC3-B084-603993C68A6A}" dt="2025-12-31T21:06:52.930" v="477" actId="478"/>
          <ac:cxnSpMkLst>
            <pc:docMk/>
            <pc:sldMk cId="1897913607" sldId="266"/>
            <ac:cxnSpMk id="34" creationId="{34437AC6-8366-6132-C3E9-B98779880820}"/>
          </ac:cxnSpMkLst>
        </pc:cxnChg>
        <pc:cxnChg chg="mod">
          <ac:chgData name="Johnson, Randall" userId="ca2a9510-4177-4989-a82b-83511f3dbcf6" providerId="ADAL" clId="{9E56FBCC-9D2B-4AC3-B084-603993C68A6A}" dt="2025-12-31T21:29:59.966" v="991" actId="478"/>
          <ac:cxnSpMkLst>
            <pc:docMk/>
            <pc:sldMk cId="1897913607" sldId="266"/>
            <ac:cxnSpMk id="41" creationId="{B9493AD3-725C-064B-3148-16F353C89D52}"/>
          </ac:cxnSpMkLst>
        </pc:cxnChg>
        <pc:cxnChg chg="mod">
          <ac:chgData name="Johnson, Randall" userId="ca2a9510-4177-4989-a82b-83511f3dbcf6" providerId="ADAL" clId="{9E56FBCC-9D2B-4AC3-B084-603993C68A6A}" dt="2025-12-31T21:29:59.966" v="991" actId="478"/>
          <ac:cxnSpMkLst>
            <pc:docMk/>
            <pc:sldMk cId="1897913607" sldId="266"/>
            <ac:cxnSpMk id="42" creationId="{A37A401F-4B8E-6050-EEF4-F6D38A4C6670}"/>
          </ac:cxnSpMkLst>
        </pc:cxnChg>
        <pc:cxnChg chg="mod">
          <ac:chgData name="Johnson, Randall" userId="ca2a9510-4177-4989-a82b-83511f3dbcf6" providerId="ADAL" clId="{9E56FBCC-9D2B-4AC3-B084-603993C68A6A}" dt="2025-12-31T21:29:59.966" v="991" actId="478"/>
          <ac:cxnSpMkLst>
            <pc:docMk/>
            <pc:sldMk cId="1897913607" sldId="266"/>
            <ac:cxnSpMk id="43" creationId="{8D97CF79-1BF8-D045-C60A-2FF1D5E901A2}"/>
          </ac:cxnSpMkLst>
        </pc:cxnChg>
        <pc:cxnChg chg="del mod">
          <ac:chgData name="Johnson, Randall" userId="ca2a9510-4177-4989-a82b-83511f3dbcf6" providerId="ADAL" clId="{9E56FBCC-9D2B-4AC3-B084-603993C68A6A}" dt="2025-12-31T21:10:40.740" v="578" actId="478"/>
          <ac:cxnSpMkLst>
            <pc:docMk/>
            <pc:sldMk cId="1897913607" sldId="266"/>
            <ac:cxnSpMk id="44" creationId="{58B82CE6-F6C3-34E9-A3D3-361B86C98B76}"/>
          </ac:cxnSpMkLst>
        </pc:cxnChg>
        <pc:cxnChg chg="mod">
          <ac:chgData name="Johnson, Randall" userId="ca2a9510-4177-4989-a82b-83511f3dbcf6" providerId="ADAL" clId="{9E56FBCC-9D2B-4AC3-B084-603993C68A6A}" dt="2025-12-31T21:29:59.966" v="991" actId="478"/>
          <ac:cxnSpMkLst>
            <pc:docMk/>
            <pc:sldMk cId="1897913607" sldId="266"/>
            <ac:cxnSpMk id="45" creationId="{B708CE12-0B4B-FA77-50EF-CD3C1050C6DD}"/>
          </ac:cxnSpMkLst>
        </pc:cxnChg>
        <pc:cxnChg chg="mod">
          <ac:chgData name="Johnson, Randall" userId="ca2a9510-4177-4989-a82b-83511f3dbcf6" providerId="ADAL" clId="{9E56FBCC-9D2B-4AC3-B084-603993C68A6A}" dt="2025-12-31T21:29:59.966" v="991" actId="478"/>
          <ac:cxnSpMkLst>
            <pc:docMk/>
            <pc:sldMk cId="1897913607" sldId="266"/>
            <ac:cxnSpMk id="48" creationId="{4F816B39-FFC1-C1F8-7FB1-371111BB5AFD}"/>
          </ac:cxnSpMkLst>
        </pc:cxnChg>
        <pc:cxnChg chg="mod topLvl">
          <ac:chgData name="Johnson, Randall" userId="ca2a9510-4177-4989-a82b-83511f3dbcf6" providerId="ADAL" clId="{9E56FBCC-9D2B-4AC3-B084-603993C68A6A}" dt="2025-12-31T21:29:59.966" v="991" actId="478"/>
          <ac:cxnSpMkLst>
            <pc:docMk/>
            <pc:sldMk cId="1897913607" sldId="266"/>
            <ac:cxnSpMk id="49" creationId="{8F03F2F2-1794-8C2F-06D5-498E73D8FB64}"/>
          </ac:cxnSpMkLst>
        </pc:cxnChg>
        <pc:cxnChg chg="del mod">
          <ac:chgData name="Johnson, Randall" userId="ca2a9510-4177-4989-a82b-83511f3dbcf6" providerId="ADAL" clId="{9E56FBCC-9D2B-4AC3-B084-603993C68A6A}" dt="2025-12-31T21:10:31.724" v="576" actId="478"/>
          <ac:cxnSpMkLst>
            <pc:docMk/>
            <pc:sldMk cId="1897913607" sldId="266"/>
            <ac:cxnSpMk id="57" creationId="{D4292F4C-9656-DEB8-80B3-9626AAB766CD}"/>
          </ac:cxnSpMkLst>
        </pc:cxnChg>
        <pc:cxnChg chg="mod">
          <ac:chgData name="Johnson, Randall" userId="ca2a9510-4177-4989-a82b-83511f3dbcf6" providerId="ADAL" clId="{9E56FBCC-9D2B-4AC3-B084-603993C68A6A}" dt="2025-12-31T21:10:49.767" v="580" actId="14100"/>
          <ac:cxnSpMkLst>
            <pc:docMk/>
            <pc:sldMk cId="1897913607" sldId="266"/>
            <ac:cxnSpMk id="58" creationId="{66578E45-8B0A-254C-334C-0E07A04C77B5}"/>
          </ac:cxnSpMkLst>
        </pc:cxnChg>
        <pc:cxnChg chg="mod topLvl">
          <ac:chgData name="Johnson, Randall" userId="ca2a9510-4177-4989-a82b-83511f3dbcf6" providerId="ADAL" clId="{9E56FBCC-9D2B-4AC3-B084-603993C68A6A}" dt="2025-12-31T21:07:11.731" v="478" actId="165"/>
          <ac:cxnSpMkLst>
            <pc:docMk/>
            <pc:sldMk cId="1897913607" sldId="266"/>
            <ac:cxnSpMk id="61" creationId="{0046BCDB-2D2D-5376-0ED6-F9CB235AE0FC}"/>
          </ac:cxnSpMkLst>
        </pc:cxnChg>
        <pc:cxnChg chg="mod">
          <ac:chgData name="Johnson, Randall" userId="ca2a9510-4177-4989-a82b-83511f3dbcf6" providerId="ADAL" clId="{9E56FBCC-9D2B-4AC3-B084-603993C68A6A}" dt="2025-12-31T21:29:59.966" v="991" actId="478"/>
          <ac:cxnSpMkLst>
            <pc:docMk/>
            <pc:sldMk cId="1897913607" sldId="266"/>
            <ac:cxnSpMk id="1027" creationId="{A7B6B3C0-01BB-E7F2-BD90-C879D5BFF3E0}"/>
          </ac:cxnSpMkLst>
        </pc:cxnChg>
        <pc:cxnChg chg="add del mod">
          <ac:chgData name="Johnson, Randall" userId="ca2a9510-4177-4989-a82b-83511f3dbcf6" providerId="ADAL" clId="{9E56FBCC-9D2B-4AC3-B084-603993C68A6A}" dt="2025-12-31T21:08:20.623" v="493" actId="478"/>
          <ac:cxnSpMkLst>
            <pc:docMk/>
            <pc:sldMk cId="1897913607" sldId="266"/>
            <ac:cxnSpMk id="1030" creationId="{E6EC5EEA-75FB-27DD-9394-125DDCC87339}"/>
          </ac:cxnSpMkLst>
        </pc:cxnChg>
        <pc:cxnChg chg="add">
          <ac:chgData name="Johnson, Randall" userId="ca2a9510-4177-4989-a82b-83511f3dbcf6" providerId="ADAL" clId="{9E56FBCC-9D2B-4AC3-B084-603993C68A6A}" dt="2025-12-31T21:08:07.305" v="489" actId="11529"/>
          <ac:cxnSpMkLst>
            <pc:docMk/>
            <pc:sldMk cId="1897913607" sldId="266"/>
            <ac:cxnSpMk id="1037" creationId="{F1127028-1F9A-3252-B15F-4B3249EAA066}"/>
          </ac:cxnSpMkLst>
        </pc:cxnChg>
        <pc:cxnChg chg="add">
          <ac:chgData name="Johnson, Randall" userId="ca2a9510-4177-4989-a82b-83511f3dbcf6" providerId="ADAL" clId="{9E56FBCC-9D2B-4AC3-B084-603993C68A6A}" dt="2025-12-31T21:09:02.861" v="570" actId="11529"/>
          <ac:cxnSpMkLst>
            <pc:docMk/>
            <pc:sldMk cId="1897913607" sldId="266"/>
            <ac:cxnSpMk id="1040" creationId="{F8E57647-356C-44B5-9DC1-6DC8BC54F50B}"/>
          </ac:cxnSpMkLst>
        </pc:cxnChg>
        <pc:cxnChg chg="add">
          <ac:chgData name="Johnson, Randall" userId="ca2a9510-4177-4989-a82b-83511f3dbcf6" providerId="ADAL" clId="{9E56FBCC-9D2B-4AC3-B084-603993C68A6A}" dt="2025-12-31T21:09:42.314" v="571" actId="11529"/>
          <ac:cxnSpMkLst>
            <pc:docMk/>
            <pc:sldMk cId="1897913607" sldId="266"/>
            <ac:cxnSpMk id="1042" creationId="{16A12448-BA88-2C1B-5BA8-C17BFA93E549}"/>
          </ac:cxnSpMkLst>
        </pc:cxnChg>
        <pc:cxnChg chg="add">
          <ac:chgData name="Johnson, Randall" userId="ca2a9510-4177-4989-a82b-83511f3dbcf6" providerId="ADAL" clId="{9E56FBCC-9D2B-4AC3-B084-603993C68A6A}" dt="2025-12-31T21:10:26.349" v="575" actId="11529"/>
          <ac:cxnSpMkLst>
            <pc:docMk/>
            <pc:sldMk cId="1897913607" sldId="266"/>
            <ac:cxnSpMk id="1046" creationId="{69F550FD-15E9-EB7B-4C7E-6D073D6AB7F6}"/>
          </ac:cxnSpMkLst>
        </pc:cxnChg>
        <pc:cxnChg chg="add">
          <ac:chgData name="Johnson, Randall" userId="ca2a9510-4177-4989-a82b-83511f3dbcf6" providerId="ADAL" clId="{9E56FBCC-9D2B-4AC3-B084-603993C68A6A}" dt="2025-12-31T21:10:57.533" v="581" actId="11529"/>
          <ac:cxnSpMkLst>
            <pc:docMk/>
            <pc:sldMk cId="1897913607" sldId="266"/>
            <ac:cxnSpMk id="1050" creationId="{BF65A11A-B958-F2F4-A990-4A645E040E0F}"/>
          </ac:cxnSpMkLst>
        </pc:cxnChg>
        <pc:cxnChg chg="add mod">
          <ac:chgData name="Johnson, Randall" userId="ca2a9510-4177-4989-a82b-83511f3dbcf6" providerId="ADAL" clId="{9E56FBCC-9D2B-4AC3-B084-603993C68A6A}" dt="2025-12-31T21:29:59.966" v="991" actId="478"/>
          <ac:cxnSpMkLst>
            <pc:docMk/>
            <pc:sldMk cId="1897913607" sldId="266"/>
            <ac:cxnSpMk id="1052" creationId="{287FA0E9-E58A-D98B-343D-5CC9D691ECBE}"/>
          </ac:cxnSpMkLst>
        </pc:cxnChg>
        <pc:cxnChg chg="mod">
          <ac:chgData name="Johnson, Randall" userId="ca2a9510-4177-4989-a82b-83511f3dbcf6" providerId="ADAL" clId="{9E56FBCC-9D2B-4AC3-B084-603993C68A6A}" dt="2025-12-31T21:30:11.551" v="993"/>
          <ac:cxnSpMkLst>
            <pc:docMk/>
            <pc:sldMk cId="1897913607" sldId="266"/>
            <ac:cxnSpMk id="1062" creationId="{C5652BFA-5BCE-0E46-6FD9-C5A9D1AD60CA}"/>
          </ac:cxnSpMkLst>
        </pc:cxnChg>
        <pc:cxnChg chg="mod">
          <ac:chgData name="Johnson, Randall" userId="ca2a9510-4177-4989-a82b-83511f3dbcf6" providerId="ADAL" clId="{9E56FBCC-9D2B-4AC3-B084-603993C68A6A}" dt="2025-12-31T21:30:11.551" v="993"/>
          <ac:cxnSpMkLst>
            <pc:docMk/>
            <pc:sldMk cId="1897913607" sldId="266"/>
            <ac:cxnSpMk id="1065" creationId="{F2EC3231-78E9-38C0-F8E1-D887FD460111}"/>
          </ac:cxnSpMkLst>
        </pc:cxnChg>
        <pc:cxnChg chg="mod">
          <ac:chgData name="Johnson, Randall" userId="ca2a9510-4177-4989-a82b-83511f3dbcf6" providerId="ADAL" clId="{9E56FBCC-9D2B-4AC3-B084-603993C68A6A}" dt="2025-12-31T21:30:11.551" v="993"/>
          <ac:cxnSpMkLst>
            <pc:docMk/>
            <pc:sldMk cId="1897913607" sldId="266"/>
            <ac:cxnSpMk id="1067" creationId="{63E84E7A-713E-1094-1C2C-54FF486090CA}"/>
          </ac:cxnSpMkLst>
        </pc:cxnChg>
      </pc:sldChg>
      <pc:sldChg chg="addSp delSp modSp add mod">
        <pc:chgData name="Johnson, Randall" userId="ca2a9510-4177-4989-a82b-83511f3dbcf6" providerId="ADAL" clId="{9E56FBCC-9D2B-4AC3-B084-603993C68A6A}" dt="2025-12-31T21:29:44.198" v="988" actId="164"/>
        <pc:sldMkLst>
          <pc:docMk/>
          <pc:sldMk cId="2095953406" sldId="267"/>
        </pc:sldMkLst>
        <pc:spChg chg="mod topLvl">
          <ac:chgData name="Johnson, Randall" userId="ca2a9510-4177-4989-a82b-83511f3dbcf6" providerId="ADAL" clId="{9E56FBCC-9D2B-4AC3-B084-603993C68A6A}" dt="2025-12-31T21:15:21.287" v="609" actId="165"/>
          <ac:spMkLst>
            <pc:docMk/>
            <pc:sldMk cId="2095953406" sldId="267"/>
            <ac:spMk id="3" creationId="{B60FC657-D6A5-C1F9-6A57-AAA2F83F3610}"/>
          </ac:spMkLst>
        </pc:spChg>
        <pc:spChg chg="mod topLvl">
          <ac:chgData name="Johnson, Randall" userId="ca2a9510-4177-4989-a82b-83511f3dbcf6" providerId="ADAL" clId="{9E56FBCC-9D2B-4AC3-B084-603993C68A6A}" dt="2025-12-31T21:15:21.287" v="609" actId="165"/>
          <ac:spMkLst>
            <pc:docMk/>
            <pc:sldMk cId="2095953406" sldId="267"/>
            <ac:spMk id="9" creationId="{721F7270-2C57-84A4-D667-B095D1884225}"/>
          </ac:spMkLst>
        </pc:spChg>
        <pc:spChg chg="mod topLvl">
          <ac:chgData name="Johnson, Randall" userId="ca2a9510-4177-4989-a82b-83511f3dbcf6" providerId="ADAL" clId="{9E56FBCC-9D2B-4AC3-B084-603993C68A6A}" dt="2025-12-31T21:15:21.287" v="609" actId="165"/>
          <ac:spMkLst>
            <pc:docMk/>
            <pc:sldMk cId="2095953406" sldId="267"/>
            <ac:spMk id="16" creationId="{03C88AF1-749B-D7AF-1411-E3C5D7D2A110}"/>
          </ac:spMkLst>
        </pc:spChg>
        <pc:spChg chg="mod topLvl">
          <ac:chgData name="Johnson, Randall" userId="ca2a9510-4177-4989-a82b-83511f3dbcf6" providerId="ADAL" clId="{9E56FBCC-9D2B-4AC3-B084-603993C68A6A}" dt="2025-12-31T21:15:21.287" v="609" actId="165"/>
          <ac:spMkLst>
            <pc:docMk/>
            <pc:sldMk cId="2095953406" sldId="267"/>
            <ac:spMk id="17" creationId="{D5D0AB6D-400E-89C1-1BE4-FECACC7F03AB}"/>
          </ac:spMkLst>
        </pc:spChg>
        <pc:spChg chg="mod topLvl">
          <ac:chgData name="Johnson, Randall" userId="ca2a9510-4177-4989-a82b-83511f3dbcf6" providerId="ADAL" clId="{9E56FBCC-9D2B-4AC3-B084-603993C68A6A}" dt="2025-12-31T21:15:21.287" v="609" actId="165"/>
          <ac:spMkLst>
            <pc:docMk/>
            <pc:sldMk cId="2095953406" sldId="267"/>
            <ac:spMk id="19" creationId="{86D889B1-EC46-E038-C510-6D812C25D728}"/>
          </ac:spMkLst>
        </pc:spChg>
        <pc:spChg chg="mod topLvl">
          <ac:chgData name="Johnson, Randall" userId="ca2a9510-4177-4989-a82b-83511f3dbcf6" providerId="ADAL" clId="{9E56FBCC-9D2B-4AC3-B084-603993C68A6A}" dt="2025-12-31T21:15:37.610" v="638" actId="1036"/>
          <ac:spMkLst>
            <pc:docMk/>
            <pc:sldMk cId="2095953406" sldId="267"/>
            <ac:spMk id="25" creationId="{767DA59F-18B0-E12B-1EC6-BB6452C15227}"/>
          </ac:spMkLst>
        </pc:spChg>
        <pc:spChg chg="mod topLvl">
          <ac:chgData name="Johnson, Randall" userId="ca2a9510-4177-4989-a82b-83511f3dbcf6" providerId="ADAL" clId="{9E56FBCC-9D2B-4AC3-B084-603993C68A6A}" dt="2025-12-31T21:15:46.941" v="668" actId="1036"/>
          <ac:spMkLst>
            <pc:docMk/>
            <pc:sldMk cId="2095953406" sldId="267"/>
            <ac:spMk id="26" creationId="{1C9B6129-87CF-2BD6-5F0D-AD8C2F87A50A}"/>
          </ac:spMkLst>
        </pc:spChg>
        <pc:spChg chg="mod topLvl">
          <ac:chgData name="Johnson, Randall" userId="ca2a9510-4177-4989-a82b-83511f3dbcf6" providerId="ADAL" clId="{9E56FBCC-9D2B-4AC3-B084-603993C68A6A}" dt="2025-12-31T21:15:21.287" v="609" actId="165"/>
          <ac:spMkLst>
            <pc:docMk/>
            <pc:sldMk cId="2095953406" sldId="267"/>
            <ac:spMk id="29" creationId="{639FE976-4A47-CB6F-BB7D-00FFEF325BC4}"/>
          </ac:spMkLst>
        </pc:spChg>
        <pc:spChg chg="del mod topLvl">
          <ac:chgData name="Johnson, Randall" userId="ca2a9510-4177-4989-a82b-83511f3dbcf6" providerId="ADAL" clId="{9E56FBCC-9D2B-4AC3-B084-603993C68A6A}" dt="2025-12-31T21:15:27.492" v="612" actId="478"/>
          <ac:spMkLst>
            <pc:docMk/>
            <pc:sldMk cId="2095953406" sldId="267"/>
            <ac:spMk id="31" creationId="{F26801C2-3597-B976-A5AA-A20617148DB1}"/>
          </ac:spMkLst>
        </pc:spChg>
        <pc:spChg chg="del mod topLvl">
          <ac:chgData name="Johnson, Randall" userId="ca2a9510-4177-4989-a82b-83511f3dbcf6" providerId="ADAL" clId="{9E56FBCC-9D2B-4AC3-B084-603993C68A6A}" dt="2025-12-31T21:15:24.521" v="610" actId="478"/>
          <ac:spMkLst>
            <pc:docMk/>
            <pc:sldMk cId="2095953406" sldId="267"/>
            <ac:spMk id="33" creationId="{C9DCA422-1346-8416-538C-9AA7996AE428}"/>
          </ac:spMkLst>
        </pc:spChg>
        <pc:spChg chg="mod">
          <ac:chgData name="Johnson, Randall" userId="ca2a9510-4177-4989-a82b-83511f3dbcf6" providerId="ADAL" clId="{9E56FBCC-9D2B-4AC3-B084-603993C68A6A}" dt="2025-12-31T21:16:53.219" v="674"/>
          <ac:spMkLst>
            <pc:docMk/>
            <pc:sldMk cId="2095953406" sldId="267"/>
            <ac:spMk id="39" creationId="{182BA33E-C3AF-D035-ADB4-E0897D11F1E2}"/>
          </ac:spMkLst>
        </pc:spChg>
        <pc:spChg chg="mod">
          <ac:chgData name="Johnson, Randall" userId="ca2a9510-4177-4989-a82b-83511f3dbcf6" providerId="ADAL" clId="{9E56FBCC-9D2B-4AC3-B084-603993C68A6A}" dt="2025-12-31T21:16:53.219" v="674"/>
          <ac:spMkLst>
            <pc:docMk/>
            <pc:sldMk cId="2095953406" sldId="267"/>
            <ac:spMk id="40" creationId="{8FBFA582-36A1-5D9D-EE34-DDF41BFF86B0}"/>
          </ac:spMkLst>
        </pc:spChg>
        <pc:spChg chg="mod">
          <ac:chgData name="Johnson, Randall" userId="ca2a9510-4177-4989-a82b-83511f3dbcf6" providerId="ADAL" clId="{9E56FBCC-9D2B-4AC3-B084-603993C68A6A}" dt="2025-12-31T21:16:53.219" v="674"/>
          <ac:spMkLst>
            <pc:docMk/>
            <pc:sldMk cId="2095953406" sldId="267"/>
            <ac:spMk id="41" creationId="{BD7675DB-C67D-8362-F1B4-B6E5F3E57640}"/>
          </ac:spMkLst>
        </pc:spChg>
        <pc:spChg chg="mod">
          <ac:chgData name="Johnson, Randall" userId="ca2a9510-4177-4989-a82b-83511f3dbcf6" providerId="ADAL" clId="{9E56FBCC-9D2B-4AC3-B084-603993C68A6A}" dt="2025-12-31T21:16:53.219" v="674"/>
          <ac:spMkLst>
            <pc:docMk/>
            <pc:sldMk cId="2095953406" sldId="267"/>
            <ac:spMk id="42" creationId="{861F0756-8D12-3225-572F-F27089FCE393}"/>
          </ac:spMkLst>
        </pc:spChg>
        <pc:spChg chg="mod">
          <ac:chgData name="Johnson, Randall" userId="ca2a9510-4177-4989-a82b-83511f3dbcf6" providerId="ADAL" clId="{9E56FBCC-9D2B-4AC3-B084-603993C68A6A}" dt="2025-12-31T21:16:53.219" v="674"/>
          <ac:spMkLst>
            <pc:docMk/>
            <pc:sldMk cId="2095953406" sldId="267"/>
            <ac:spMk id="43" creationId="{B9BD3E29-97BA-7340-2DA6-FD097F427C0C}"/>
          </ac:spMkLst>
        </pc:spChg>
        <pc:spChg chg="mod">
          <ac:chgData name="Johnson, Randall" userId="ca2a9510-4177-4989-a82b-83511f3dbcf6" providerId="ADAL" clId="{9E56FBCC-9D2B-4AC3-B084-603993C68A6A}" dt="2025-12-31T21:16:53.219" v="674"/>
          <ac:spMkLst>
            <pc:docMk/>
            <pc:sldMk cId="2095953406" sldId="267"/>
            <ac:spMk id="48" creationId="{75845F69-40C6-0464-4567-7853354BA989}"/>
          </ac:spMkLst>
        </pc:spChg>
        <pc:spChg chg="mod">
          <ac:chgData name="Johnson, Randall" userId="ca2a9510-4177-4989-a82b-83511f3dbcf6" providerId="ADAL" clId="{9E56FBCC-9D2B-4AC3-B084-603993C68A6A}" dt="2025-12-31T21:16:53.219" v="674"/>
          <ac:spMkLst>
            <pc:docMk/>
            <pc:sldMk cId="2095953406" sldId="267"/>
            <ac:spMk id="49" creationId="{EDFF10D3-7739-D04F-B97A-05747A012F81}"/>
          </ac:spMkLst>
        </pc:spChg>
        <pc:spChg chg="del">
          <ac:chgData name="Johnson, Randall" userId="ca2a9510-4177-4989-a82b-83511f3dbcf6" providerId="ADAL" clId="{9E56FBCC-9D2B-4AC3-B084-603993C68A6A}" dt="2025-12-31T21:14:34.472" v="604" actId="478"/>
          <ac:spMkLst>
            <pc:docMk/>
            <pc:sldMk cId="2095953406" sldId="267"/>
            <ac:spMk id="50" creationId="{366692CC-A259-93FB-4AB5-5E2D371CF457}"/>
          </ac:spMkLst>
        </pc:spChg>
        <pc:spChg chg="del">
          <ac:chgData name="Johnson, Randall" userId="ca2a9510-4177-4989-a82b-83511f3dbcf6" providerId="ADAL" clId="{9E56FBCC-9D2B-4AC3-B084-603993C68A6A}" dt="2025-12-31T21:14:36.122" v="605" actId="478"/>
          <ac:spMkLst>
            <pc:docMk/>
            <pc:sldMk cId="2095953406" sldId="267"/>
            <ac:spMk id="51" creationId="{49E4B630-88FA-85E3-AFC4-6616726B2A53}"/>
          </ac:spMkLst>
        </pc:spChg>
        <pc:spChg chg="mod">
          <ac:chgData name="Johnson, Randall" userId="ca2a9510-4177-4989-a82b-83511f3dbcf6" providerId="ADAL" clId="{9E56FBCC-9D2B-4AC3-B084-603993C68A6A}" dt="2025-12-31T21:16:53.219" v="674"/>
          <ac:spMkLst>
            <pc:docMk/>
            <pc:sldMk cId="2095953406" sldId="267"/>
            <ac:spMk id="55" creationId="{48E5F02B-88E4-7640-6D40-6C15DB7A3D50}"/>
          </ac:spMkLst>
        </pc:spChg>
        <pc:spChg chg="mod">
          <ac:chgData name="Johnson, Randall" userId="ca2a9510-4177-4989-a82b-83511f3dbcf6" providerId="ADAL" clId="{9E56FBCC-9D2B-4AC3-B084-603993C68A6A}" dt="2025-12-31T21:16:44.271" v="671" actId="20577"/>
          <ac:spMkLst>
            <pc:docMk/>
            <pc:sldMk cId="2095953406" sldId="267"/>
            <ac:spMk id="1041" creationId="{A2585F2F-9645-1BA2-E87D-995E43A62880}"/>
          </ac:spMkLst>
        </pc:spChg>
        <pc:spChg chg="mod topLvl">
          <ac:chgData name="Johnson, Randall" userId="ca2a9510-4177-4989-a82b-83511f3dbcf6" providerId="ADAL" clId="{9E56FBCC-9D2B-4AC3-B084-603993C68A6A}" dt="2025-12-31T21:29:44.198" v="988" actId="164"/>
          <ac:spMkLst>
            <pc:docMk/>
            <pc:sldMk cId="2095953406" sldId="267"/>
            <ac:spMk id="1054" creationId="{A58C074A-DEA9-3BF9-189C-E9B277CBB756}"/>
          </ac:spMkLst>
        </pc:spChg>
        <pc:spChg chg="mod topLvl">
          <ac:chgData name="Johnson, Randall" userId="ca2a9510-4177-4989-a82b-83511f3dbcf6" providerId="ADAL" clId="{9E56FBCC-9D2B-4AC3-B084-603993C68A6A}" dt="2025-12-31T21:29:44.198" v="988" actId="164"/>
          <ac:spMkLst>
            <pc:docMk/>
            <pc:sldMk cId="2095953406" sldId="267"/>
            <ac:spMk id="1055" creationId="{6B954B31-3DA8-3ECD-229F-64F748498D0C}"/>
          </ac:spMkLst>
        </pc:spChg>
        <pc:spChg chg="mod topLvl">
          <ac:chgData name="Johnson, Randall" userId="ca2a9510-4177-4989-a82b-83511f3dbcf6" providerId="ADAL" clId="{9E56FBCC-9D2B-4AC3-B084-603993C68A6A}" dt="2025-12-31T21:29:44.198" v="988" actId="164"/>
          <ac:spMkLst>
            <pc:docMk/>
            <pc:sldMk cId="2095953406" sldId="267"/>
            <ac:spMk id="1056" creationId="{D1B9A80B-C673-AF19-45D7-C2D5E482B4C6}"/>
          </ac:spMkLst>
        </pc:spChg>
        <pc:spChg chg="mod topLvl">
          <ac:chgData name="Johnson, Randall" userId="ca2a9510-4177-4989-a82b-83511f3dbcf6" providerId="ADAL" clId="{9E56FBCC-9D2B-4AC3-B084-603993C68A6A}" dt="2025-12-31T21:29:44.198" v="988" actId="164"/>
          <ac:spMkLst>
            <pc:docMk/>
            <pc:sldMk cId="2095953406" sldId="267"/>
            <ac:spMk id="1058" creationId="{24586C77-CFF2-256C-0374-0CEEAB0AA41A}"/>
          </ac:spMkLst>
        </pc:spChg>
        <pc:spChg chg="add mod">
          <ac:chgData name="Johnson, Randall" userId="ca2a9510-4177-4989-a82b-83511f3dbcf6" providerId="ADAL" clId="{9E56FBCC-9D2B-4AC3-B084-603993C68A6A}" dt="2025-12-31T21:29:44.198" v="988" actId="164"/>
          <ac:spMkLst>
            <pc:docMk/>
            <pc:sldMk cId="2095953406" sldId="267"/>
            <ac:spMk id="1061" creationId="{9EF493A4-A0BF-E5F0-99AF-FAA0DC7DBB01}"/>
          </ac:spMkLst>
        </pc:spChg>
        <pc:grpChg chg="add del mod">
          <ac:chgData name="Johnson, Randall" userId="ca2a9510-4177-4989-a82b-83511f3dbcf6" providerId="ADAL" clId="{9E56FBCC-9D2B-4AC3-B084-603993C68A6A}" dt="2025-12-31T21:27:29.638" v="953" actId="478"/>
          <ac:grpSpMkLst>
            <pc:docMk/>
            <pc:sldMk cId="2095953406" sldId="267"/>
            <ac:grpSpMk id="38" creationId="{AE1AB2EF-88FD-5DB2-A6A1-FF73D7CC1297}"/>
          </ac:grpSpMkLst>
        </pc:grpChg>
        <pc:grpChg chg="del">
          <ac:chgData name="Johnson, Randall" userId="ca2a9510-4177-4989-a82b-83511f3dbcf6" providerId="ADAL" clId="{9E56FBCC-9D2B-4AC3-B084-603993C68A6A}" dt="2025-12-31T21:15:06.865" v="607" actId="478"/>
          <ac:grpSpMkLst>
            <pc:docMk/>
            <pc:sldMk cId="2095953406" sldId="267"/>
            <ac:grpSpMk id="56" creationId="{F3953E16-E827-C13B-438E-D7AEAB88B656}"/>
          </ac:grpSpMkLst>
        </pc:grpChg>
        <pc:grpChg chg="del">
          <ac:chgData name="Johnson, Randall" userId="ca2a9510-4177-4989-a82b-83511f3dbcf6" providerId="ADAL" clId="{9E56FBCC-9D2B-4AC3-B084-603993C68A6A}" dt="2025-12-31T21:16:52.128" v="673" actId="478"/>
          <ac:grpSpMkLst>
            <pc:docMk/>
            <pc:sldMk cId="2095953406" sldId="267"/>
            <ac:grpSpMk id="1035" creationId="{FBE3B350-69D8-1AE9-F4F5-4C7763A8D71C}"/>
          </ac:grpSpMkLst>
        </pc:grpChg>
        <pc:grpChg chg="add del mod">
          <ac:chgData name="Johnson, Randall" userId="ca2a9510-4177-4989-a82b-83511f3dbcf6" providerId="ADAL" clId="{9E56FBCC-9D2B-4AC3-B084-603993C68A6A}" dt="2025-12-31T21:27:37.855" v="955" actId="165"/>
          <ac:grpSpMkLst>
            <pc:docMk/>
            <pc:sldMk cId="2095953406" sldId="267"/>
            <ac:grpSpMk id="1053" creationId="{DC0380C7-5C53-BE7C-C266-971E0CF99170}"/>
          </ac:grpSpMkLst>
        </pc:grpChg>
        <pc:grpChg chg="add mod">
          <ac:chgData name="Johnson, Randall" userId="ca2a9510-4177-4989-a82b-83511f3dbcf6" providerId="ADAL" clId="{9E56FBCC-9D2B-4AC3-B084-603993C68A6A}" dt="2025-12-31T21:29:44.198" v="988" actId="164"/>
          <ac:grpSpMkLst>
            <pc:docMk/>
            <pc:sldMk cId="2095953406" sldId="267"/>
            <ac:grpSpMk id="1064" creationId="{431D9E66-61E0-3EB6-0A20-5E38CAA74274}"/>
          </ac:grpSpMkLst>
        </pc:grpChg>
        <pc:picChg chg="del">
          <ac:chgData name="Johnson, Randall" userId="ca2a9510-4177-4989-a82b-83511f3dbcf6" providerId="ADAL" clId="{9E56FBCC-9D2B-4AC3-B084-603993C68A6A}" dt="2025-12-31T21:27:31.480" v="954" actId="478"/>
          <ac:picMkLst>
            <pc:docMk/>
            <pc:sldMk cId="2095953406" sldId="267"/>
            <ac:picMk id="1036" creationId="{A6B26485-8BDB-8A2C-E15E-F02EA77CF719}"/>
          </ac:picMkLst>
        </pc:picChg>
        <pc:picChg chg="add mod">
          <ac:chgData name="Johnson, Randall" userId="ca2a9510-4177-4989-a82b-83511f3dbcf6" providerId="ADAL" clId="{9E56FBCC-9D2B-4AC3-B084-603993C68A6A}" dt="2025-12-31T21:27:26.762" v="952"/>
          <ac:picMkLst>
            <pc:docMk/>
            <pc:sldMk cId="2095953406" sldId="267"/>
            <ac:picMk id="1052" creationId="{CD3033A0-728B-2FF9-472C-6E2594C28D92}"/>
          </ac:picMkLst>
        </pc:picChg>
        <pc:cxnChg chg="mod">
          <ac:chgData name="Johnson, Randall" userId="ca2a9510-4177-4989-a82b-83511f3dbcf6" providerId="ADAL" clId="{9E56FBCC-9D2B-4AC3-B084-603993C68A6A}" dt="2025-12-31T21:15:06.865" v="607" actId="478"/>
          <ac:cxnSpMkLst>
            <pc:docMk/>
            <pc:sldMk cId="2095953406" sldId="267"/>
            <ac:cxnSpMk id="10" creationId="{26B56662-3ED7-A8F5-2A1A-B120ACF6F7E5}"/>
          </ac:cxnSpMkLst>
        </pc:cxnChg>
        <pc:cxnChg chg="mod">
          <ac:chgData name="Johnson, Randall" userId="ca2a9510-4177-4989-a82b-83511f3dbcf6" providerId="ADAL" clId="{9E56FBCC-9D2B-4AC3-B084-603993C68A6A}" dt="2025-12-31T21:15:06.865" v="607" actId="478"/>
          <ac:cxnSpMkLst>
            <pc:docMk/>
            <pc:sldMk cId="2095953406" sldId="267"/>
            <ac:cxnSpMk id="12" creationId="{33F81E7B-8250-F1AF-C2A6-5DDAD8C83479}"/>
          </ac:cxnSpMkLst>
        </pc:cxnChg>
        <pc:cxnChg chg="mod">
          <ac:chgData name="Johnson, Randall" userId="ca2a9510-4177-4989-a82b-83511f3dbcf6" providerId="ADAL" clId="{9E56FBCC-9D2B-4AC3-B084-603993C68A6A}" dt="2025-12-31T21:15:06.865" v="607" actId="478"/>
          <ac:cxnSpMkLst>
            <pc:docMk/>
            <pc:sldMk cId="2095953406" sldId="267"/>
            <ac:cxnSpMk id="14" creationId="{84BCEB2E-C78D-784D-AF88-1DE531ED9A2B}"/>
          </ac:cxnSpMkLst>
        </pc:cxnChg>
        <pc:cxnChg chg="mod">
          <ac:chgData name="Johnson, Randall" userId="ca2a9510-4177-4989-a82b-83511f3dbcf6" providerId="ADAL" clId="{9E56FBCC-9D2B-4AC3-B084-603993C68A6A}" dt="2025-12-31T21:15:06.865" v="607" actId="478"/>
          <ac:cxnSpMkLst>
            <pc:docMk/>
            <pc:sldMk cId="2095953406" sldId="267"/>
            <ac:cxnSpMk id="15" creationId="{31048648-2293-6126-295F-C064735A2879}"/>
          </ac:cxnSpMkLst>
        </pc:cxnChg>
        <pc:cxnChg chg="mod">
          <ac:chgData name="Johnson, Randall" userId="ca2a9510-4177-4989-a82b-83511f3dbcf6" providerId="ADAL" clId="{9E56FBCC-9D2B-4AC3-B084-603993C68A6A}" dt="2025-12-31T21:15:06.865" v="607" actId="478"/>
          <ac:cxnSpMkLst>
            <pc:docMk/>
            <pc:sldMk cId="2095953406" sldId="267"/>
            <ac:cxnSpMk id="18" creationId="{7D7C0B28-6DAF-EF69-FB70-DEE638AEB185}"/>
          </ac:cxnSpMkLst>
        </pc:cxnChg>
        <pc:cxnChg chg="mod">
          <ac:chgData name="Johnson, Randall" userId="ca2a9510-4177-4989-a82b-83511f3dbcf6" providerId="ADAL" clId="{9E56FBCC-9D2B-4AC3-B084-603993C68A6A}" dt="2025-12-31T21:15:06.865" v="607" actId="478"/>
          <ac:cxnSpMkLst>
            <pc:docMk/>
            <pc:sldMk cId="2095953406" sldId="267"/>
            <ac:cxnSpMk id="21" creationId="{BF5C2FED-6E3A-0228-5511-6DFAA05030EB}"/>
          </ac:cxnSpMkLst>
        </pc:cxnChg>
        <pc:cxnChg chg="mod">
          <ac:chgData name="Johnson, Randall" userId="ca2a9510-4177-4989-a82b-83511f3dbcf6" providerId="ADAL" clId="{9E56FBCC-9D2B-4AC3-B084-603993C68A6A}" dt="2025-12-31T21:15:37.610" v="638" actId="1036"/>
          <ac:cxnSpMkLst>
            <pc:docMk/>
            <pc:sldMk cId="2095953406" sldId="267"/>
            <ac:cxnSpMk id="27" creationId="{40DF81A6-55B2-EC71-5C2C-190B122A9193}"/>
          </ac:cxnSpMkLst>
        </pc:cxnChg>
        <pc:cxnChg chg="mod">
          <ac:chgData name="Johnson, Randall" userId="ca2a9510-4177-4989-a82b-83511f3dbcf6" providerId="ADAL" clId="{9E56FBCC-9D2B-4AC3-B084-603993C68A6A}" dt="2025-12-31T21:15:59.474" v="669" actId="14100"/>
          <ac:cxnSpMkLst>
            <pc:docMk/>
            <pc:sldMk cId="2095953406" sldId="267"/>
            <ac:cxnSpMk id="28" creationId="{D9D4CAA7-F750-FACD-EC38-53ACCB356DE7}"/>
          </ac:cxnSpMkLst>
        </pc:cxnChg>
        <pc:cxnChg chg="del mod">
          <ac:chgData name="Johnson, Randall" userId="ca2a9510-4177-4989-a82b-83511f3dbcf6" providerId="ADAL" clId="{9E56FBCC-9D2B-4AC3-B084-603993C68A6A}" dt="2025-12-31T21:15:29.158" v="613" actId="478"/>
          <ac:cxnSpMkLst>
            <pc:docMk/>
            <pc:sldMk cId="2095953406" sldId="267"/>
            <ac:cxnSpMk id="32" creationId="{648E48AA-B14A-D6DE-D6AA-D3F7CF05EBA7}"/>
          </ac:cxnSpMkLst>
        </pc:cxnChg>
        <pc:cxnChg chg="del mod">
          <ac:chgData name="Johnson, Randall" userId="ca2a9510-4177-4989-a82b-83511f3dbcf6" providerId="ADAL" clId="{9E56FBCC-9D2B-4AC3-B084-603993C68A6A}" dt="2025-12-31T21:15:31.256" v="614" actId="478"/>
          <ac:cxnSpMkLst>
            <pc:docMk/>
            <pc:sldMk cId="2095953406" sldId="267"/>
            <ac:cxnSpMk id="34" creationId="{20BF4A2C-D6CC-C453-7881-98FAA240EC70}"/>
          </ac:cxnSpMkLst>
        </pc:cxnChg>
        <pc:cxnChg chg="del mod">
          <ac:chgData name="Johnson, Randall" userId="ca2a9510-4177-4989-a82b-83511f3dbcf6" providerId="ADAL" clId="{9E56FBCC-9D2B-4AC3-B084-603993C68A6A}" dt="2025-12-31T21:15:25.870" v="611" actId="478"/>
          <ac:cxnSpMkLst>
            <pc:docMk/>
            <pc:sldMk cId="2095953406" sldId="267"/>
            <ac:cxnSpMk id="35" creationId="{1F20DB36-3188-C34D-8094-9F618A7B0460}"/>
          </ac:cxnSpMkLst>
        </pc:cxnChg>
        <pc:cxnChg chg="mod">
          <ac:chgData name="Johnson, Randall" userId="ca2a9510-4177-4989-a82b-83511f3dbcf6" providerId="ADAL" clId="{9E56FBCC-9D2B-4AC3-B084-603993C68A6A}" dt="2025-12-31T21:27:29.638" v="953" actId="478"/>
          <ac:cxnSpMkLst>
            <pc:docMk/>
            <pc:sldMk cId="2095953406" sldId="267"/>
            <ac:cxnSpMk id="44" creationId="{B95B5908-1CD9-373B-8C83-1AA52FA2975A}"/>
          </ac:cxnSpMkLst>
        </pc:cxnChg>
        <pc:cxnChg chg="mod">
          <ac:chgData name="Johnson, Randall" userId="ca2a9510-4177-4989-a82b-83511f3dbcf6" providerId="ADAL" clId="{9E56FBCC-9D2B-4AC3-B084-603993C68A6A}" dt="2025-12-31T21:27:29.638" v="953" actId="478"/>
          <ac:cxnSpMkLst>
            <pc:docMk/>
            <pc:sldMk cId="2095953406" sldId="267"/>
            <ac:cxnSpMk id="45" creationId="{45CD6E69-37F3-E094-0ADC-5C9E34463E42}"/>
          </ac:cxnSpMkLst>
        </pc:cxnChg>
        <pc:cxnChg chg="mod">
          <ac:chgData name="Johnson, Randall" userId="ca2a9510-4177-4989-a82b-83511f3dbcf6" providerId="ADAL" clId="{9E56FBCC-9D2B-4AC3-B084-603993C68A6A}" dt="2025-12-31T21:27:29.638" v="953" actId="478"/>
          <ac:cxnSpMkLst>
            <pc:docMk/>
            <pc:sldMk cId="2095953406" sldId="267"/>
            <ac:cxnSpMk id="46" creationId="{688C8DFE-8FBC-3E3B-8F08-DE50BB4AC48E}"/>
          </ac:cxnSpMkLst>
        </pc:cxnChg>
        <pc:cxnChg chg="mod">
          <ac:chgData name="Johnson, Randall" userId="ca2a9510-4177-4989-a82b-83511f3dbcf6" providerId="ADAL" clId="{9E56FBCC-9D2B-4AC3-B084-603993C68A6A}" dt="2025-12-31T21:27:29.638" v="953" actId="478"/>
          <ac:cxnSpMkLst>
            <pc:docMk/>
            <pc:sldMk cId="2095953406" sldId="267"/>
            <ac:cxnSpMk id="47" creationId="{CBE2E6A4-4EC7-3EC2-D6D1-55167F29B6F2}"/>
          </ac:cxnSpMkLst>
        </pc:cxnChg>
        <pc:cxnChg chg="mod">
          <ac:chgData name="Johnson, Randall" userId="ca2a9510-4177-4989-a82b-83511f3dbcf6" providerId="ADAL" clId="{9E56FBCC-9D2B-4AC3-B084-603993C68A6A}" dt="2025-12-31T21:27:29.638" v="953" actId="478"/>
          <ac:cxnSpMkLst>
            <pc:docMk/>
            <pc:sldMk cId="2095953406" sldId="267"/>
            <ac:cxnSpMk id="52" creationId="{07D7C921-F84E-0011-2D33-C7A704A12769}"/>
          </ac:cxnSpMkLst>
        </pc:cxnChg>
        <pc:cxnChg chg="mod">
          <ac:chgData name="Johnson, Randall" userId="ca2a9510-4177-4989-a82b-83511f3dbcf6" providerId="ADAL" clId="{9E56FBCC-9D2B-4AC3-B084-603993C68A6A}" dt="2025-12-31T21:27:29.638" v="953" actId="478"/>
          <ac:cxnSpMkLst>
            <pc:docMk/>
            <pc:sldMk cId="2095953406" sldId="267"/>
            <ac:cxnSpMk id="53" creationId="{28C950A1-BC75-039F-F616-3E8B143C4681}"/>
          </ac:cxnSpMkLst>
        </pc:cxnChg>
        <pc:cxnChg chg="mod">
          <ac:chgData name="Johnson, Randall" userId="ca2a9510-4177-4989-a82b-83511f3dbcf6" providerId="ADAL" clId="{9E56FBCC-9D2B-4AC3-B084-603993C68A6A}" dt="2025-12-31T21:15:06.865" v="607" actId="478"/>
          <ac:cxnSpMkLst>
            <pc:docMk/>
            <pc:sldMk cId="2095953406" sldId="267"/>
            <ac:cxnSpMk id="54" creationId="{011D4DBB-EF59-32BC-DB5F-F9E0D23D4D50}"/>
          </ac:cxnSpMkLst>
        </pc:cxnChg>
        <pc:cxnChg chg="mod">
          <ac:chgData name="Johnson, Randall" userId="ca2a9510-4177-4989-a82b-83511f3dbcf6" providerId="ADAL" clId="{9E56FBCC-9D2B-4AC3-B084-603993C68A6A}" dt="2025-12-31T21:27:29.638" v="953" actId="478"/>
          <ac:cxnSpMkLst>
            <pc:docMk/>
            <pc:sldMk cId="2095953406" sldId="267"/>
            <ac:cxnSpMk id="1028" creationId="{BE9581EC-4807-270D-C8AF-F5CFDF1EBDE7}"/>
          </ac:cxnSpMkLst>
        </pc:cxnChg>
        <pc:cxnChg chg="mod">
          <ac:chgData name="Johnson, Randall" userId="ca2a9510-4177-4989-a82b-83511f3dbcf6" providerId="ADAL" clId="{9E56FBCC-9D2B-4AC3-B084-603993C68A6A}" dt="2025-12-31T21:16:52.128" v="673" actId="478"/>
          <ac:cxnSpMkLst>
            <pc:docMk/>
            <pc:sldMk cId="2095953406" sldId="267"/>
            <ac:cxnSpMk id="1042" creationId="{C574789B-1890-CF30-37F7-DBB11525CB06}"/>
          </ac:cxnSpMkLst>
        </pc:cxnChg>
        <pc:cxnChg chg="mod">
          <ac:chgData name="Johnson, Randall" userId="ca2a9510-4177-4989-a82b-83511f3dbcf6" providerId="ADAL" clId="{9E56FBCC-9D2B-4AC3-B084-603993C68A6A}" dt="2025-12-31T21:16:52.128" v="673" actId="478"/>
          <ac:cxnSpMkLst>
            <pc:docMk/>
            <pc:sldMk cId="2095953406" sldId="267"/>
            <ac:cxnSpMk id="1043" creationId="{1F8CAF8E-1E4B-3DA6-2446-9E34EB949000}"/>
          </ac:cxnSpMkLst>
        </pc:cxnChg>
        <pc:cxnChg chg="mod">
          <ac:chgData name="Johnson, Randall" userId="ca2a9510-4177-4989-a82b-83511f3dbcf6" providerId="ADAL" clId="{9E56FBCC-9D2B-4AC3-B084-603993C68A6A}" dt="2025-12-31T21:16:52.128" v="673" actId="478"/>
          <ac:cxnSpMkLst>
            <pc:docMk/>
            <pc:sldMk cId="2095953406" sldId="267"/>
            <ac:cxnSpMk id="1044" creationId="{8033CADA-7664-CF37-1076-2F11AA6443E7}"/>
          </ac:cxnSpMkLst>
        </pc:cxnChg>
        <pc:cxnChg chg="mod">
          <ac:chgData name="Johnson, Randall" userId="ca2a9510-4177-4989-a82b-83511f3dbcf6" providerId="ADAL" clId="{9E56FBCC-9D2B-4AC3-B084-603993C68A6A}" dt="2025-12-31T21:16:52.128" v="673" actId="478"/>
          <ac:cxnSpMkLst>
            <pc:docMk/>
            <pc:sldMk cId="2095953406" sldId="267"/>
            <ac:cxnSpMk id="1045" creationId="{FCD472D0-E39F-58A3-1209-E7CFDDBBA067}"/>
          </ac:cxnSpMkLst>
        </pc:cxnChg>
        <pc:cxnChg chg="mod">
          <ac:chgData name="Johnson, Randall" userId="ca2a9510-4177-4989-a82b-83511f3dbcf6" providerId="ADAL" clId="{9E56FBCC-9D2B-4AC3-B084-603993C68A6A}" dt="2025-12-31T21:16:52.128" v="673" actId="478"/>
          <ac:cxnSpMkLst>
            <pc:docMk/>
            <pc:sldMk cId="2095953406" sldId="267"/>
            <ac:cxnSpMk id="1048" creationId="{74D3F2E4-E81A-95F7-6AD3-9EE0E5093488}"/>
          </ac:cxnSpMkLst>
        </pc:cxnChg>
        <pc:cxnChg chg="del mod">
          <ac:chgData name="Johnson, Randall" userId="ca2a9510-4177-4989-a82b-83511f3dbcf6" providerId="ADAL" clId="{9E56FBCC-9D2B-4AC3-B084-603993C68A6A}" dt="2025-12-31T21:16:48.446" v="672" actId="478"/>
          <ac:cxnSpMkLst>
            <pc:docMk/>
            <pc:sldMk cId="2095953406" sldId="267"/>
            <ac:cxnSpMk id="1049" creationId="{3183008D-E393-58DB-3B11-90A92D10BF1B}"/>
          </ac:cxnSpMkLst>
        </pc:cxnChg>
        <pc:cxnChg chg="mod">
          <ac:chgData name="Johnson, Randall" userId="ca2a9510-4177-4989-a82b-83511f3dbcf6" providerId="ADAL" clId="{9E56FBCC-9D2B-4AC3-B084-603993C68A6A}" dt="2025-12-31T21:16:52.128" v="673" actId="478"/>
          <ac:cxnSpMkLst>
            <pc:docMk/>
            <pc:sldMk cId="2095953406" sldId="267"/>
            <ac:cxnSpMk id="1050" creationId="{B00C4470-5D5D-E1C8-35CF-0EF9B501DC04}"/>
          </ac:cxnSpMkLst>
        </pc:cxnChg>
        <pc:cxnChg chg="mod">
          <ac:chgData name="Johnson, Randall" userId="ca2a9510-4177-4989-a82b-83511f3dbcf6" providerId="ADAL" clId="{9E56FBCC-9D2B-4AC3-B084-603993C68A6A}" dt="2025-12-31T21:27:29.638" v="953" actId="478"/>
          <ac:cxnSpMkLst>
            <pc:docMk/>
            <pc:sldMk cId="2095953406" sldId="267"/>
            <ac:cxnSpMk id="1051" creationId="{F5C44885-CDE3-97B2-3746-05A9DFF72981}"/>
          </ac:cxnSpMkLst>
        </pc:cxnChg>
        <pc:cxnChg chg="mod topLvl">
          <ac:chgData name="Johnson, Randall" userId="ca2a9510-4177-4989-a82b-83511f3dbcf6" providerId="ADAL" clId="{9E56FBCC-9D2B-4AC3-B084-603993C68A6A}" dt="2025-12-31T21:29:44.198" v="988" actId="164"/>
          <ac:cxnSpMkLst>
            <pc:docMk/>
            <pc:sldMk cId="2095953406" sldId="267"/>
            <ac:cxnSpMk id="1057" creationId="{945D099B-66C1-A3CD-295A-D2DDE2030C60}"/>
          </ac:cxnSpMkLst>
        </pc:cxnChg>
        <pc:cxnChg chg="mod topLvl">
          <ac:chgData name="Johnson, Randall" userId="ca2a9510-4177-4989-a82b-83511f3dbcf6" providerId="ADAL" clId="{9E56FBCC-9D2B-4AC3-B084-603993C68A6A}" dt="2025-12-31T21:29:44.198" v="988" actId="164"/>
          <ac:cxnSpMkLst>
            <pc:docMk/>
            <pc:sldMk cId="2095953406" sldId="267"/>
            <ac:cxnSpMk id="1059" creationId="{7EB8EC2C-74F5-30BF-6279-C60F4EC9F4A2}"/>
          </ac:cxnSpMkLst>
        </pc:cxnChg>
        <pc:cxnChg chg="mod topLvl">
          <ac:chgData name="Johnson, Randall" userId="ca2a9510-4177-4989-a82b-83511f3dbcf6" providerId="ADAL" clId="{9E56FBCC-9D2B-4AC3-B084-603993C68A6A}" dt="2025-12-31T21:29:44.198" v="988" actId="164"/>
          <ac:cxnSpMkLst>
            <pc:docMk/>
            <pc:sldMk cId="2095953406" sldId="267"/>
            <ac:cxnSpMk id="1060" creationId="{160C278D-2F06-B2C4-863C-CA9BEBEE168E}"/>
          </ac:cxnSpMkLst>
        </pc:cxnChg>
        <pc:cxnChg chg="add mod">
          <ac:chgData name="Johnson, Randall" userId="ca2a9510-4177-4989-a82b-83511f3dbcf6" providerId="ADAL" clId="{9E56FBCC-9D2B-4AC3-B084-603993C68A6A}" dt="2025-12-31T21:29:44.198" v="988" actId="164"/>
          <ac:cxnSpMkLst>
            <pc:docMk/>
            <pc:sldMk cId="2095953406" sldId="267"/>
            <ac:cxnSpMk id="1063" creationId="{557403F7-636E-866E-8356-C5671121A2DB}"/>
          </ac:cxnSpMkLst>
        </pc:cxnChg>
      </pc:sldChg>
      <pc:sldChg chg="addSp delSp modSp add del mod">
        <pc:chgData name="Johnson, Randall" userId="ca2a9510-4177-4989-a82b-83511f3dbcf6" providerId="ADAL" clId="{9E56FBCC-9D2B-4AC3-B084-603993C68A6A}" dt="2025-12-31T21:34:50.553" v="1051" actId="47"/>
        <pc:sldMkLst>
          <pc:docMk/>
          <pc:sldMk cId="229060929" sldId="268"/>
        </pc:sldMkLst>
        <pc:spChg chg="add mod">
          <ac:chgData name="Johnson, Randall" userId="ca2a9510-4177-4989-a82b-83511f3dbcf6" providerId="ADAL" clId="{9E56FBCC-9D2B-4AC3-B084-603993C68A6A}" dt="2025-12-31T21:20:39.716" v="699" actId="20577"/>
          <ac:spMkLst>
            <pc:docMk/>
            <pc:sldMk cId="229060929" sldId="268"/>
            <ac:spMk id="3" creationId="{E6FE2A72-B3F2-CB43-73F0-FD15A0ED335A}"/>
          </ac:spMkLst>
        </pc:spChg>
        <pc:spChg chg="mod topLvl">
          <ac:chgData name="Johnson, Randall" userId="ca2a9510-4177-4989-a82b-83511f3dbcf6" providerId="ADAL" clId="{9E56FBCC-9D2B-4AC3-B084-603993C68A6A}" dt="2025-12-31T21:22:46.576" v="824" actId="164"/>
          <ac:spMkLst>
            <pc:docMk/>
            <pc:sldMk cId="229060929" sldId="268"/>
            <ac:spMk id="4" creationId="{02C11245-716D-60A9-0031-4B1E77C2661F}"/>
          </ac:spMkLst>
        </pc:spChg>
        <pc:spChg chg="mod topLvl">
          <ac:chgData name="Johnson, Randall" userId="ca2a9510-4177-4989-a82b-83511f3dbcf6" providerId="ADAL" clId="{9E56FBCC-9D2B-4AC3-B084-603993C68A6A}" dt="2025-12-31T21:22:46.576" v="824" actId="164"/>
          <ac:spMkLst>
            <pc:docMk/>
            <pc:sldMk cId="229060929" sldId="268"/>
            <ac:spMk id="5" creationId="{35C7EACA-2789-6511-AE5C-7D365F934E48}"/>
          </ac:spMkLst>
        </pc:spChg>
        <pc:spChg chg="mod topLvl">
          <ac:chgData name="Johnson, Randall" userId="ca2a9510-4177-4989-a82b-83511f3dbcf6" providerId="ADAL" clId="{9E56FBCC-9D2B-4AC3-B084-603993C68A6A}" dt="2025-12-31T21:22:46.576" v="824" actId="164"/>
          <ac:spMkLst>
            <pc:docMk/>
            <pc:sldMk cId="229060929" sldId="268"/>
            <ac:spMk id="6" creationId="{EF9250CB-F1E9-675E-7BD9-1969D2255C92}"/>
          </ac:spMkLst>
        </pc:spChg>
        <pc:spChg chg="mod topLvl">
          <ac:chgData name="Johnson, Randall" userId="ca2a9510-4177-4989-a82b-83511f3dbcf6" providerId="ADAL" clId="{9E56FBCC-9D2B-4AC3-B084-603993C68A6A}" dt="2025-12-31T21:20:13.231" v="687" actId="165"/>
          <ac:spMkLst>
            <pc:docMk/>
            <pc:sldMk cId="229060929" sldId="268"/>
            <ac:spMk id="7" creationId="{EB1586B1-37BB-8EFD-BBA5-DD3FBF113AD4}"/>
          </ac:spMkLst>
        </pc:spChg>
        <pc:spChg chg="mod topLvl">
          <ac:chgData name="Johnson, Randall" userId="ca2a9510-4177-4989-a82b-83511f3dbcf6" providerId="ADAL" clId="{9E56FBCC-9D2B-4AC3-B084-603993C68A6A}" dt="2025-12-31T21:22:46.576" v="824" actId="164"/>
          <ac:spMkLst>
            <pc:docMk/>
            <pc:sldMk cId="229060929" sldId="268"/>
            <ac:spMk id="8" creationId="{983A33DE-9D1D-B0CB-7810-957747E241B1}"/>
          </ac:spMkLst>
        </pc:spChg>
        <pc:spChg chg="add mod">
          <ac:chgData name="Johnson, Randall" userId="ca2a9510-4177-4989-a82b-83511f3dbcf6" providerId="ADAL" clId="{9E56FBCC-9D2B-4AC3-B084-603993C68A6A}" dt="2025-12-31T21:20:43.167" v="702" actId="20577"/>
          <ac:spMkLst>
            <pc:docMk/>
            <pc:sldMk cId="229060929" sldId="268"/>
            <ac:spMk id="9" creationId="{10A43F41-923F-2685-F3F8-28F535E0AE4A}"/>
          </ac:spMkLst>
        </pc:spChg>
        <pc:spChg chg="mod topLvl">
          <ac:chgData name="Johnson, Randall" userId="ca2a9510-4177-4989-a82b-83511f3dbcf6" providerId="ADAL" clId="{9E56FBCC-9D2B-4AC3-B084-603993C68A6A}" dt="2025-12-31T21:22:46.576" v="824" actId="164"/>
          <ac:spMkLst>
            <pc:docMk/>
            <pc:sldMk cId="229060929" sldId="268"/>
            <ac:spMk id="11" creationId="{5F13F245-A340-0EB8-E81C-629732224C08}"/>
          </ac:spMkLst>
        </pc:spChg>
        <pc:spChg chg="mod topLvl">
          <ac:chgData name="Johnson, Randall" userId="ca2a9510-4177-4989-a82b-83511f3dbcf6" providerId="ADAL" clId="{9E56FBCC-9D2B-4AC3-B084-603993C68A6A}" dt="2025-12-31T21:22:46.576" v="824" actId="164"/>
          <ac:spMkLst>
            <pc:docMk/>
            <pc:sldMk cId="229060929" sldId="268"/>
            <ac:spMk id="13" creationId="{AD99152A-B564-EB4F-4CC0-10158596AD7C}"/>
          </ac:spMkLst>
        </pc:spChg>
        <pc:spChg chg="add mod">
          <ac:chgData name="Johnson, Randall" userId="ca2a9510-4177-4989-a82b-83511f3dbcf6" providerId="ADAL" clId="{9E56FBCC-9D2B-4AC3-B084-603993C68A6A}" dt="2025-12-31T21:31:38.578" v="1007" actId="20577"/>
          <ac:spMkLst>
            <pc:docMk/>
            <pc:sldMk cId="229060929" sldId="268"/>
            <ac:spMk id="22" creationId="{D718CA0D-F51E-807D-EDD0-BEA980C2D673}"/>
          </ac:spMkLst>
        </pc:spChg>
        <pc:spChg chg="mod">
          <ac:chgData name="Johnson, Randall" userId="ca2a9510-4177-4989-a82b-83511f3dbcf6" providerId="ADAL" clId="{9E56FBCC-9D2B-4AC3-B084-603993C68A6A}" dt="2025-12-31T21:31:18.086" v="1002"/>
          <ac:spMkLst>
            <pc:docMk/>
            <pc:sldMk cId="229060929" sldId="268"/>
            <ac:spMk id="31" creationId="{DB699AA3-8EA3-093B-DE6A-37633CA200F2}"/>
          </ac:spMkLst>
        </pc:spChg>
        <pc:spChg chg="mod">
          <ac:chgData name="Johnson, Randall" userId="ca2a9510-4177-4989-a82b-83511f3dbcf6" providerId="ADAL" clId="{9E56FBCC-9D2B-4AC3-B084-603993C68A6A}" dt="2025-12-31T21:31:18.086" v="1002"/>
          <ac:spMkLst>
            <pc:docMk/>
            <pc:sldMk cId="229060929" sldId="268"/>
            <ac:spMk id="32" creationId="{6368C1EC-926B-8285-6E56-946F67061CA4}"/>
          </ac:spMkLst>
        </pc:spChg>
        <pc:spChg chg="mod">
          <ac:chgData name="Johnson, Randall" userId="ca2a9510-4177-4989-a82b-83511f3dbcf6" providerId="ADAL" clId="{9E56FBCC-9D2B-4AC3-B084-603993C68A6A}" dt="2025-12-31T21:31:18.086" v="1002"/>
          <ac:spMkLst>
            <pc:docMk/>
            <pc:sldMk cId="229060929" sldId="268"/>
            <ac:spMk id="33" creationId="{1BA6CCFE-EECA-20FB-E02E-7798E1A78CE3}"/>
          </ac:spMkLst>
        </pc:spChg>
        <pc:spChg chg="mod">
          <ac:chgData name="Johnson, Randall" userId="ca2a9510-4177-4989-a82b-83511f3dbcf6" providerId="ADAL" clId="{9E56FBCC-9D2B-4AC3-B084-603993C68A6A}" dt="2025-12-31T21:31:18.086" v="1002"/>
          <ac:spMkLst>
            <pc:docMk/>
            <pc:sldMk cId="229060929" sldId="268"/>
            <ac:spMk id="44" creationId="{D2ABB4BF-0F9D-2E2E-4722-D67A2153C4EE}"/>
          </ac:spMkLst>
        </pc:spChg>
        <pc:spChg chg="mod topLvl">
          <ac:chgData name="Johnson, Randall" userId="ca2a9510-4177-4989-a82b-83511f3dbcf6" providerId="ADAL" clId="{9E56FBCC-9D2B-4AC3-B084-603993C68A6A}" dt="2025-12-31T21:22:46.576" v="824" actId="164"/>
          <ac:spMkLst>
            <pc:docMk/>
            <pc:sldMk cId="229060929" sldId="268"/>
            <ac:spMk id="1029" creationId="{FC6CF6B1-9109-45E1-6BCB-E18AE50B0AAF}"/>
          </ac:spMkLst>
        </pc:spChg>
        <pc:spChg chg="mod">
          <ac:chgData name="Johnson, Randall" userId="ca2a9510-4177-4989-a82b-83511f3dbcf6" providerId="ADAL" clId="{9E56FBCC-9D2B-4AC3-B084-603993C68A6A}" dt="2025-12-31T21:31:18.086" v="1002"/>
          <ac:spMkLst>
            <pc:docMk/>
            <pc:sldMk cId="229060929" sldId="268"/>
            <ac:spMk id="1030" creationId="{D33AD141-E500-DD4D-AE17-4FC8873D4EB4}"/>
          </ac:spMkLst>
        </pc:spChg>
        <pc:spChg chg="mod topLvl">
          <ac:chgData name="Johnson, Randall" userId="ca2a9510-4177-4989-a82b-83511f3dbcf6" providerId="ADAL" clId="{9E56FBCC-9D2B-4AC3-B084-603993C68A6A}" dt="2025-12-31T21:22:46.576" v="824" actId="164"/>
          <ac:spMkLst>
            <pc:docMk/>
            <pc:sldMk cId="229060929" sldId="268"/>
            <ac:spMk id="1032" creationId="{4344F328-E9BA-FF68-B4B5-E5C2C4246DBB}"/>
          </ac:spMkLst>
        </pc:spChg>
        <pc:spChg chg="mod topLvl">
          <ac:chgData name="Johnson, Randall" userId="ca2a9510-4177-4989-a82b-83511f3dbcf6" providerId="ADAL" clId="{9E56FBCC-9D2B-4AC3-B084-603993C68A6A}" dt="2025-12-31T21:22:46.576" v="824" actId="164"/>
          <ac:spMkLst>
            <pc:docMk/>
            <pc:sldMk cId="229060929" sldId="268"/>
            <ac:spMk id="1038" creationId="{3B1810F3-F503-E040-555F-EAEA26EBF7B0}"/>
          </ac:spMkLst>
        </pc:spChg>
        <pc:spChg chg="del">
          <ac:chgData name="Johnson, Randall" userId="ca2a9510-4177-4989-a82b-83511f3dbcf6" providerId="ADAL" clId="{9E56FBCC-9D2B-4AC3-B084-603993C68A6A}" dt="2025-12-31T21:19:54.812" v="686" actId="478"/>
          <ac:spMkLst>
            <pc:docMk/>
            <pc:sldMk cId="229060929" sldId="268"/>
            <ac:spMk id="1055" creationId="{A6246618-3459-955A-F89F-06B660FFFD24}"/>
          </ac:spMkLst>
        </pc:spChg>
        <pc:spChg chg="del">
          <ac:chgData name="Johnson, Randall" userId="ca2a9510-4177-4989-a82b-83511f3dbcf6" providerId="ADAL" clId="{9E56FBCC-9D2B-4AC3-B084-603993C68A6A}" dt="2025-12-31T21:19:53.991" v="685" actId="478"/>
          <ac:spMkLst>
            <pc:docMk/>
            <pc:sldMk cId="229060929" sldId="268"/>
            <ac:spMk id="1056" creationId="{A1D71F02-C921-1B37-BC56-9BDF516944F5}"/>
          </ac:spMkLst>
        </pc:spChg>
        <pc:grpChg chg="add mod">
          <ac:chgData name="Johnson, Randall" userId="ca2a9510-4177-4989-a82b-83511f3dbcf6" providerId="ADAL" clId="{9E56FBCC-9D2B-4AC3-B084-603993C68A6A}" dt="2025-12-31T21:31:18.086" v="1002"/>
          <ac:grpSpMkLst>
            <pc:docMk/>
            <pc:sldMk cId="229060929" sldId="268"/>
            <ac:grpSpMk id="30" creationId="{356E9BEB-FAF7-90F7-9157-426A1570FC85}"/>
          </ac:grpSpMkLst>
        </pc:grpChg>
        <pc:grpChg chg="del">
          <ac:chgData name="Johnson, Randall" userId="ca2a9510-4177-4989-a82b-83511f3dbcf6" providerId="ADAL" clId="{9E56FBCC-9D2B-4AC3-B084-603993C68A6A}" dt="2025-12-31T21:31:07.522" v="1000" actId="478"/>
          <ac:grpSpMkLst>
            <pc:docMk/>
            <pc:sldMk cId="229060929" sldId="268"/>
            <ac:grpSpMk id="1054" creationId="{99B2315E-7184-BB4C-A7EC-35D206939C55}"/>
          </ac:grpSpMkLst>
        </pc:grpChg>
        <pc:picChg chg="del">
          <ac:chgData name="Johnson, Randall" userId="ca2a9510-4177-4989-a82b-83511f3dbcf6" providerId="ADAL" clId="{9E56FBCC-9D2B-4AC3-B084-603993C68A6A}" dt="2025-12-31T21:31:08.744" v="1001" actId="478"/>
          <ac:picMkLst>
            <pc:docMk/>
            <pc:sldMk cId="229060929" sldId="268"/>
            <ac:picMk id="2" creationId="{26F68FA9-B73F-C03D-79C0-FB8ACA781C29}"/>
          </ac:picMkLst>
        </pc:picChg>
        <pc:picChg chg="add mod">
          <ac:chgData name="Johnson, Randall" userId="ca2a9510-4177-4989-a82b-83511f3dbcf6" providerId="ADAL" clId="{9E56FBCC-9D2B-4AC3-B084-603993C68A6A}" dt="2025-12-31T21:31:18.086" v="1002"/>
          <ac:picMkLst>
            <pc:docMk/>
            <pc:sldMk cId="229060929" sldId="268"/>
            <ac:picMk id="29" creationId="{BB0B3793-BAFA-1D42-17B8-5BE6B631A412}"/>
          </ac:picMkLst>
        </pc:picChg>
        <pc:cxnChg chg="mod">
          <ac:chgData name="Johnson, Randall" userId="ca2a9510-4177-4989-a82b-83511f3dbcf6" providerId="ADAL" clId="{9E56FBCC-9D2B-4AC3-B084-603993C68A6A}" dt="2025-12-31T21:21:08.475" v="741" actId="1035"/>
          <ac:cxnSpMkLst>
            <pc:docMk/>
            <pc:sldMk cId="229060929" sldId="268"/>
            <ac:cxnSpMk id="15" creationId="{29663128-655F-0564-3702-753F8A122498}"/>
          </ac:cxnSpMkLst>
        </pc:cxnChg>
        <pc:cxnChg chg="add">
          <ac:chgData name="Johnson, Randall" userId="ca2a9510-4177-4989-a82b-83511f3dbcf6" providerId="ADAL" clId="{9E56FBCC-9D2B-4AC3-B084-603993C68A6A}" dt="2025-12-31T21:20:52.616" v="703" actId="11529"/>
          <ac:cxnSpMkLst>
            <pc:docMk/>
            <pc:sldMk cId="229060929" sldId="268"/>
            <ac:cxnSpMk id="17" creationId="{3394ACDA-F68A-3D2E-DD6A-0E9BF746945B}"/>
          </ac:cxnSpMkLst>
        </pc:cxnChg>
        <pc:cxnChg chg="add">
          <ac:chgData name="Johnson, Randall" userId="ca2a9510-4177-4989-a82b-83511f3dbcf6" providerId="ADAL" clId="{9E56FBCC-9D2B-4AC3-B084-603993C68A6A}" dt="2025-12-31T21:20:59.963" v="704" actId="11529"/>
          <ac:cxnSpMkLst>
            <pc:docMk/>
            <pc:sldMk cId="229060929" sldId="268"/>
            <ac:cxnSpMk id="20" creationId="{420630A4-0E05-4048-34F6-506D165FA58C}"/>
          </ac:cxnSpMkLst>
        </pc:cxnChg>
        <pc:cxnChg chg="mod">
          <ac:chgData name="Johnson, Randall" userId="ca2a9510-4177-4989-a82b-83511f3dbcf6" providerId="ADAL" clId="{9E56FBCC-9D2B-4AC3-B084-603993C68A6A}" dt="2025-12-31T21:22:22.437" v="823" actId="14100"/>
          <ac:cxnSpMkLst>
            <pc:docMk/>
            <pc:sldMk cId="229060929" sldId="268"/>
            <ac:cxnSpMk id="21" creationId="{8892303B-13B8-EB11-6ABC-37F1491879D4}"/>
          </ac:cxnSpMkLst>
        </pc:cxnChg>
        <pc:cxnChg chg="add">
          <ac:chgData name="Johnson, Randall" userId="ca2a9510-4177-4989-a82b-83511f3dbcf6" providerId="ADAL" clId="{9E56FBCC-9D2B-4AC3-B084-603993C68A6A}" dt="2025-12-31T21:21:45.294" v="773" actId="11529"/>
          <ac:cxnSpMkLst>
            <pc:docMk/>
            <pc:sldMk cId="229060929" sldId="268"/>
            <ac:cxnSpMk id="24" creationId="{446472BF-8AD2-1748-3FE3-633C90454F91}"/>
          </ac:cxnSpMkLst>
        </pc:cxnChg>
        <pc:cxnChg chg="add">
          <ac:chgData name="Johnson, Randall" userId="ca2a9510-4177-4989-a82b-83511f3dbcf6" providerId="ADAL" clId="{9E56FBCC-9D2B-4AC3-B084-603993C68A6A}" dt="2025-12-31T21:21:54.125" v="774" actId="11529"/>
          <ac:cxnSpMkLst>
            <pc:docMk/>
            <pc:sldMk cId="229060929" sldId="268"/>
            <ac:cxnSpMk id="26" creationId="{4C691F1F-E436-4D63-8E05-D5442990D47A}"/>
          </ac:cxnSpMkLst>
        </pc:cxnChg>
        <pc:cxnChg chg="mod">
          <ac:chgData name="Johnson, Randall" userId="ca2a9510-4177-4989-a82b-83511f3dbcf6" providerId="ADAL" clId="{9E56FBCC-9D2B-4AC3-B084-603993C68A6A}" dt="2025-12-31T21:31:07.522" v="1000" actId="478"/>
          <ac:cxnSpMkLst>
            <pc:docMk/>
            <pc:sldMk cId="229060929" sldId="268"/>
            <ac:cxnSpMk id="41" creationId="{4AF33902-7724-8745-AA8C-DE46BEA1F985}"/>
          </ac:cxnSpMkLst>
        </pc:cxnChg>
        <pc:cxnChg chg="mod">
          <ac:chgData name="Johnson, Randall" userId="ca2a9510-4177-4989-a82b-83511f3dbcf6" providerId="ADAL" clId="{9E56FBCC-9D2B-4AC3-B084-603993C68A6A}" dt="2025-12-31T21:31:07.522" v="1000" actId="478"/>
          <ac:cxnSpMkLst>
            <pc:docMk/>
            <pc:sldMk cId="229060929" sldId="268"/>
            <ac:cxnSpMk id="42" creationId="{9FAC4775-2E10-C316-6B4F-5C5871F66A0F}"/>
          </ac:cxnSpMkLst>
        </pc:cxnChg>
        <pc:cxnChg chg="mod">
          <ac:chgData name="Johnson, Randall" userId="ca2a9510-4177-4989-a82b-83511f3dbcf6" providerId="ADAL" clId="{9E56FBCC-9D2B-4AC3-B084-603993C68A6A}" dt="2025-12-31T21:31:07.522" v="1000" actId="478"/>
          <ac:cxnSpMkLst>
            <pc:docMk/>
            <pc:sldMk cId="229060929" sldId="268"/>
            <ac:cxnSpMk id="43" creationId="{877A0D18-B102-16E4-EE83-C88751F1ECB9}"/>
          </ac:cxnSpMkLst>
        </pc:cxnChg>
        <pc:cxnChg chg="mod">
          <ac:chgData name="Johnson, Randall" userId="ca2a9510-4177-4989-a82b-83511f3dbcf6" providerId="ADAL" clId="{9E56FBCC-9D2B-4AC3-B084-603993C68A6A}" dt="2025-12-31T21:31:07.522" v="1000" actId="478"/>
          <ac:cxnSpMkLst>
            <pc:docMk/>
            <pc:sldMk cId="229060929" sldId="268"/>
            <ac:cxnSpMk id="45" creationId="{6786D47F-BCB9-EBE9-850D-EA9B38FBF9ED}"/>
          </ac:cxnSpMkLst>
        </pc:cxnChg>
        <pc:cxnChg chg="mod">
          <ac:chgData name="Johnson, Randall" userId="ca2a9510-4177-4989-a82b-83511f3dbcf6" providerId="ADAL" clId="{9E56FBCC-9D2B-4AC3-B084-603993C68A6A}" dt="2025-12-31T21:31:07.522" v="1000" actId="478"/>
          <ac:cxnSpMkLst>
            <pc:docMk/>
            <pc:sldMk cId="229060929" sldId="268"/>
            <ac:cxnSpMk id="48" creationId="{164E8AEB-1700-DE44-E5F8-3E615DBBA30F}"/>
          </ac:cxnSpMkLst>
        </pc:cxnChg>
        <pc:cxnChg chg="mod">
          <ac:chgData name="Johnson, Randall" userId="ca2a9510-4177-4989-a82b-83511f3dbcf6" providerId="ADAL" clId="{9E56FBCC-9D2B-4AC3-B084-603993C68A6A}" dt="2025-12-31T21:31:07.522" v="1000" actId="478"/>
          <ac:cxnSpMkLst>
            <pc:docMk/>
            <pc:sldMk cId="229060929" sldId="268"/>
            <ac:cxnSpMk id="49" creationId="{9CC16A55-797E-0F6C-BB5E-427EF6B6792F}"/>
          </ac:cxnSpMkLst>
        </pc:cxnChg>
        <pc:cxnChg chg="mod">
          <ac:chgData name="Johnson, Randall" userId="ca2a9510-4177-4989-a82b-83511f3dbcf6" providerId="ADAL" clId="{9E56FBCC-9D2B-4AC3-B084-603993C68A6A}" dt="2025-12-31T21:31:18.086" v="1002"/>
          <ac:cxnSpMkLst>
            <pc:docMk/>
            <pc:sldMk cId="229060929" sldId="268"/>
            <ac:cxnSpMk id="57" creationId="{188C76AC-0D23-777E-C07A-3492BEC3E7A1}"/>
          </ac:cxnSpMkLst>
        </pc:cxnChg>
        <pc:cxnChg chg="mod">
          <ac:chgData name="Johnson, Randall" userId="ca2a9510-4177-4989-a82b-83511f3dbcf6" providerId="ADAL" clId="{9E56FBCC-9D2B-4AC3-B084-603993C68A6A}" dt="2025-12-31T21:31:07.522" v="1000" actId="478"/>
          <ac:cxnSpMkLst>
            <pc:docMk/>
            <pc:sldMk cId="229060929" sldId="268"/>
            <ac:cxnSpMk id="1027" creationId="{CADD3508-C28B-9297-A777-56B059627D6E}"/>
          </ac:cxnSpMkLst>
        </pc:cxnChg>
        <pc:cxnChg chg="mod">
          <ac:chgData name="Johnson, Randall" userId="ca2a9510-4177-4989-a82b-83511f3dbcf6" providerId="ADAL" clId="{9E56FBCC-9D2B-4AC3-B084-603993C68A6A}" dt="2025-12-31T21:31:18.086" v="1002"/>
          <ac:cxnSpMkLst>
            <pc:docMk/>
            <pc:sldMk cId="229060929" sldId="268"/>
            <ac:cxnSpMk id="1028" creationId="{A2E0C48D-86DF-3AE8-6D0B-A5AA03CC27A0}"/>
          </ac:cxnSpMkLst>
        </pc:cxnChg>
        <pc:cxnChg chg="mod">
          <ac:chgData name="Johnson, Randall" userId="ca2a9510-4177-4989-a82b-83511f3dbcf6" providerId="ADAL" clId="{9E56FBCC-9D2B-4AC3-B084-603993C68A6A}" dt="2025-12-31T21:31:18.086" v="1002"/>
          <ac:cxnSpMkLst>
            <pc:docMk/>
            <pc:sldMk cId="229060929" sldId="268"/>
            <ac:cxnSpMk id="1033" creationId="{BCFD22A0-34FD-D0CC-EE4E-BFF31555C9A8}"/>
          </ac:cxnSpMkLst>
        </pc:cxnChg>
        <pc:cxnChg chg="mod">
          <ac:chgData name="Johnson, Randall" userId="ca2a9510-4177-4989-a82b-83511f3dbcf6" providerId="ADAL" clId="{9E56FBCC-9D2B-4AC3-B084-603993C68A6A}" dt="2025-12-31T21:31:07.522" v="1000" actId="478"/>
          <ac:cxnSpMkLst>
            <pc:docMk/>
            <pc:sldMk cId="229060929" sldId="268"/>
            <ac:cxnSpMk id="1052" creationId="{263F387E-36CF-35FF-46B3-FC2FA32FD8CA}"/>
          </ac:cxnSpMkLst>
        </pc:cxnChg>
      </pc:sldChg>
      <pc:sldChg chg="addSp delSp modSp add mod">
        <pc:chgData name="Johnson, Randall" userId="ca2a9510-4177-4989-a82b-83511f3dbcf6" providerId="ADAL" clId="{9E56FBCC-9D2B-4AC3-B084-603993C68A6A}" dt="2025-12-31T21:33:34.794" v="1048" actId="688"/>
        <pc:sldMkLst>
          <pc:docMk/>
          <pc:sldMk cId="176422900" sldId="269"/>
        </pc:sldMkLst>
        <pc:spChg chg="add mod">
          <ac:chgData name="Johnson, Randall" userId="ca2a9510-4177-4989-a82b-83511f3dbcf6" providerId="ADAL" clId="{9E56FBCC-9D2B-4AC3-B084-603993C68A6A}" dt="2025-12-31T21:32:36.252" v="1014" actId="1076"/>
          <ac:spMkLst>
            <pc:docMk/>
            <pc:sldMk cId="176422900" sldId="269"/>
            <ac:spMk id="16" creationId="{D45A9A68-AD66-7208-F9E9-9BE199590DAD}"/>
          </ac:spMkLst>
        </pc:spChg>
        <pc:spChg chg="add mod">
          <ac:chgData name="Johnson, Randall" userId="ca2a9510-4177-4989-a82b-83511f3dbcf6" providerId="ADAL" clId="{9E56FBCC-9D2B-4AC3-B084-603993C68A6A}" dt="2025-12-31T21:33:34.794" v="1048" actId="688"/>
          <ac:spMkLst>
            <pc:docMk/>
            <pc:sldMk cId="176422900" sldId="269"/>
            <ac:spMk id="19" creationId="{BA52B3CA-E92C-F52D-67AB-68880B0BD5EB}"/>
          </ac:spMkLst>
        </pc:spChg>
        <pc:spChg chg="mod">
          <ac:chgData name="Johnson, Randall" userId="ca2a9510-4177-4989-a82b-83511f3dbcf6" providerId="ADAL" clId="{9E56FBCC-9D2B-4AC3-B084-603993C68A6A}" dt="2025-12-31T21:31:46.095" v="1010" actId="20577"/>
          <ac:spMkLst>
            <pc:docMk/>
            <pc:sldMk cId="176422900" sldId="269"/>
            <ac:spMk id="22" creationId="{C0AD2B1D-E374-2A1A-F06F-49463CC8647D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29" creationId="{EDE65C54-123D-14D4-BB73-3B803A48AB54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30" creationId="{5CC2956E-973B-ADEC-79AE-74C8297553CE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31" creationId="{E6F0AF61-862F-EBE5-A37B-141FE62D0719}"/>
          </ac:spMkLst>
        </pc:spChg>
        <pc:spChg chg="del">
          <ac:chgData name="Johnson, Randall" userId="ca2a9510-4177-4989-a82b-83511f3dbcf6" providerId="ADAL" clId="{9E56FBCC-9D2B-4AC3-B084-603993C68A6A}" dt="2025-12-31T21:24:12.561" v="827" actId="478"/>
          <ac:spMkLst>
            <pc:docMk/>
            <pc:sldMk cId="176422900" sldId="269"/>
            <ac:spMk id="35" creationId="{12151FC0-1B92-26F6-F8DD-17A655C6D23F}"/>
          </ac:spMkLst>
        </pc:spChg>
        <pc:spChg chg="del">
          <ac:chgData name="Johnson, Randall" userId="ca2a9510-4177-4989-a82b-83511f3dbcf6" providerId="ADAL" clId="{9E56FBCC-9D2B-4AC3-B084-603993C68A6A}" dt="2025-12-31T21:24:12.561" v="827" actId="478"/>
          <ac:spMkLst>
            <pc:docMk/>
            <pc:sldMk cId="176422900" sldId="269"/>
            <ac:spMk id="50" creationId="{2325C541-DA47-5D00-49B8-F643E93B1049}"/>
          </ac:spMkLst>
        </pc:spChg>
        <pc:spChg chg="del">
          <ac:chgData name="Johnson, Randall" userId="ca2a9510-4177-4989-a82b-83511f3dbcf6" providerId="ADAL" clId="{9E56FBCC-9D2B-4AC3-B084-603993C68A6A}" dt="2025-12-31T21:24:12.561" v="827" actId="478"/>
          <ac:spMkLst>
            <pc:docMk/>
            <pc:sldMk cId="176422900" sldId="269"/>
            <ac:spMk id="51" creationId="{79403D7D-DDBF-55D0-B279-3EF752635823}"/>
          </ac:spMkLst>
        </pc:spChg>
        <pc:spChg chg="del">
          <ac:chgData name="Johnson, Randall" userId="ca2a9510-4177-4989-a82b-83511f3dbcf6" providerId="ADAL" clId="{9E56FBCC-9D2B-4AC3-B084-603993C68A6A}" dt="2025-12-31T21:24:12.561" v="827" actId="478"/>
          <ac:spMkLst>
            <pc:docMk/>
            <pc:sldMk cId="176422900" sldId="269"/>
            <ac:spMk id="52" creationId="{D76E3F5D-A49D-B60C-3D37-133912718E8B}"/>
          </ac:spMkLst>
        </pc:spChg>
        <pc:spChg chg="del">
          <ac:chgData name="Johnson, Randall" userId="ca2a9510-4177-4989-a82b-83511f3dbcf6" providerId="ADAL" clId="{9E56FBCC-9D2B-4AC3-B084-603993C68A6A}" dt="2025-12-31T21:24:12.561" v="827" actId="478"/>
          <ac:spMkLst>
            <pc:docMk/>
            <pc:sldMk cId="176422900" sldId="269"/>
            <ac:spMk id="53" creationId="{08E15E48-4290-B22D-784F-C4F66F045C72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57" creationId="{C4E4D46A-9912-FFAB-A995-241689F7BC2C}"/>
          </ac:spMkLst>
        </pc:spChg>
        <pc:spChg chg="del">
          <ac:chgData name="Johnson, Randall" userId="ca2a9510-4177-4989-a82b-83511f3dbcf6" providerId="ADAL" clId="{9E56FBCC-9D2B-4AC3-B084-603993C68A6A}" dt="2025-12-31T21:24:12.561" v="827" actId="478"/>
          <ac:spMkLst>
            <pc:docMk/>
            <pc:sldMk cId="176422900" sldId="269"/>
            <ac:spMk id="59" creationId="{68C5057B-CC29-6757-EF9A-4AF25F594A4C}"/>
          </ac:spMkLst>
        </pc:spChg>
        <pc:spChg chg="del">
          <ac:chgData name="Johnson, Randall" userId="ca2a9510-4177-4989-a82b-83511f3dbcf6" providerId="ADAL" clId="{9E56FBCC-9D2B-4AC3-B084-603993C68A6A}" dt="2025-12-31T21:24:12.561" v="827" actId="478"/>
          <ac:spMkLst>
            <pc:docMk/>
            <pc:sldMk cId="176422900" sldId="269"/>
            <ac:spMk id="60" creationId="{A54C95E5-ECB8-8FB3-128C-16AEC5887632}"/>
          </ac:spMkLst>
        </pc:spChg>
        <pc:spChg chg="del">
          <ac:chgData name="Johnson, Randall" userId="ca2a9510-4177-4989-a82b-83511f3dbcf6" providerId="ADAL" clId="{9E56FBCC-9D2B-4AC3-B084-603993C68A6A}" dt="2025-12-31T21:24:12.561" v="827" actId="478"/>
          <ac:spMkLst>
            <pc:docMk/>
            <pc:sldMk cId="176422900" sldId="269"/>
            <ac:spMk id="63" creationId="{668AAA24-D262-0C90-6C9D-84696A923293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1028" creationId="{67EC3A70-A803-9D46-A99E-76FEBEC4795C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1035" creationId="{8F92A558-4508-23B8-DC7F-863F4874AC47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1043" creationId="{0170A285-8A75-9F21-C9A6-0EDC0B8CC253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1048" creationId="{8FAA24FB-E7BC-3907-6BE2-37678F0BF9A7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1049" creationId="{AC809CF1-B34D-7038-9966-0E40C1EF8B20}"/>
          </ac:spMkLst>
        </pc:spChg>
        <pc:spChg chg="mod">
          <ac:chgData name="Johnson, Randall" userId="ca2a9510-4177-4989-a82b-83511f3dbcf6" providerId="ADAL" clId="{9E56FBCC-9D2B-4AC3-B084-603993C68A6A}" dt="2025-12-31T21:31:52.194" v="1013" actId="20577"/>
          <ac:spMkLst>
            <pc:docMk/>
            <pc:sldMk cId="176422900" sldId="269"/>
            <ac:spMk id="1055" creationId="{467DCDDD-FBC9-416B-34B1-6C4038CB9E82}"/>
          </ac:spMkLst>
        </pc:spChg>
        <pc:spChg chg="mod">
          <ac:chgData name="Johnson, Randall" userId="ca2a9510-4177-4989-a82b-83511f3dbcf6" providerId="ADAL" clId="{9E56FBCC-9D2B-4AC3-B084-603993C68A6A}" dt="2025-12-31T21:24:38.871" v="838"/>
          <ac:spMkLst>
            <pc:docMk/>
            <pc:sldMk cId="176422900" sldId="269"/>
            <ac:spMk id="1059" creationId="{137CC9BA-E23E-E75A-C980-CA354C5F490C}"/>
          </ac:spMkLst>
        </pc:spChg>
        <pc:spChg chg="mod">
          <ac:chgData name="Johnson, Randall" userId="ca2a9510-4177-4989-a82b-83511f3dbcf6" providerId="ADAL" clId="{9E56FBCC-9D2B-4AC3-B084-603993C68A6A}" dt="2025-12-31T21:24:38.871" v="838"/>
          <ac:spMkLst>
            <pc:docMk/>
            <pc:sldMk cId="176422900" sldId="269"/>
            <ac:spMk id="1060" creationId="{404E9641-48DB-C051-F079-5654727DAC12}"/>
          </ac:spMkLst>
        </pc:spChg>
        <pc:spChg chg="mod">
          <ac:chgData name="Johnson, Randall" userId="ca2a9510-4177-4989-a82b-83511f3dbcf6" providerId="ADAL" clId="{9E56FBCC-9D2B-4AC3-B084-603993C68A6A}" dt="2025-12-31T21:24:38.871" v="838"/>
          <ac:spMkLst>
            <pc:docMk/>
            <pc:sldMk cId="176422900" sldId="269"/>
            <ac:spMk id="1062" creationId="{EDAB8322-80E1-14E7-90BC-13992C3EBC30}"/>
          </ac:spMkLst>
        </pc:spChg>
        <pc:spChg chg="mod">
          <ac:chgData name="Johnson, Randall" userId="ca2a9510-4177-4989-a82b-83511f3dbcf6" providerId="ADAL" clId="{9E56FBCC-9D2B-4AC3-B084-603993C68A6A}" dt="2025-12-31T21:24:38.871" v="838"/>
          <ac:spMkLst>
            <pc:docMk/>
            <pc:sldMk cId="176422900" sldId="269"/>
            <ac:spMk id="1063" creationId="{5458E5BF-945B-4280-6E9D-01407DC02B4E}"/>
          </ac:spMkLst>
        </pc:spChg>
        <pc:spChg chg="mod">
          <ac:chgData name="Johnson, Randall" userId="ca2a9510-4177-4989-a82b-83511f3dbcf6" providerId="ADAL" clId="{9E56FBCC-9D2B-4AC3-B084-603993C68A6A}" dt="2025-12-31T21:24:38.871" v="838"/>
          <ac:spMkLst>
            <pc:docMk/>
            <pc:sldMk cId="176422900" sldId="269"/>
            <ac:spMk id="1068" creationId="{E31288FA-9106-7004-BE9D-3E8B0F062996}"/>
          </ac:spMkLst>
        </pc:spChg>
        <pc:spChg chg="mod">
          <ac:chgData name="Johnson, Randall" userId="ca2a9510-4177-4989-a82b-83511f3dbcf6" providerId="ADAL" clId="{9E56FBCC-9D2B-4AC3-B084-603993C68A6A}" dt="2025-12-31T21:24:38.871" v="838"/>
          <ac:spMkLst>
            <pc:docMk/>
            <pc:sldMk cId="176422900" sldId="269"/>
            <ac:spMk id="1072" creationId="{C64068A5-F417-5BA0-9C47-93164F1C8D9D}"/>
          </ac:spMkLst>
        </pc:spChg>
        <pc:spChg chg="mod">
          <ac:chgData name="Johnson, Randall" userId="ca2a9510-4177-4989-a82b-83511f3dbcf6" providerId="ADAL" clId="{9E56FBCC-9D2B-4AC3-B084-603993C68A6A}" dt="2025-12-31T21:24:38.871" v="838"/>
          <ac:spMkLst>
            <pc:docMk/>
            <pc:sldMk cId="176422900" sldId="269"/>
            <ac:spMk id="1074" creationId="{54A7B2C5-AD8B-D2F9-5EC7-7ADC876E0739}"/>
          </ac:spMkLst>
        </pc:spChg>
        <pc:spChg chg="mod">
          <ac:chgData name="Johnson, Randall" userId="ca2a9510-4177-4989-a82b-83511f3dbcf6" providerId="ADAL" clId="{9E56FBCC-9D2B-4AC3-B084-603993C68A6A}" dt="2025-12-31T21:24:38.871" v="838"/>
          <ac:spMkLst>
            <pc:docMk/>
            <pc:sldMk cId="176422900" sldId="269"/>
            <ac:spMk id="1076" creationId="{E6BAAB81-F4C0-E3B7-FE54-161446400417}"/>
          </ac:spMkLst>
        </pc:spChg>
        <pc:spChg chg="mod">
          <ac:chgData name="Johnson, Randall" userId="ca2a9510-4177-4989-a82b-83511f3dbcf6" providerId="ADAL" clId="{9E56FBCC-9D2B-4AC3-B084-603993C68A6A}" dt="2025-12-31T21:24:38.871" v="838"/>
          <ac:spMkLst>
            <pc:docMk/>
            <pc:sldMk cId="176422900" sldId="269"/>
            <ac:spMk id="1081" creationId="{DAF1A7E8-511E-8E6D-697D-4EEE35E85B8F}"/>
          </ac:spMkLst>
        </pc:spChg>
        <pc:spChg chg="mod">
          <ac:chgData name="Johnson, Randall" userId="ca2a9510-4177-4989-a82b-83511f3dbcf6" providerId="ADAL" clId="{9E56FBCC-9D2B-4AC3-B084-603993C68A6A}" dt="2025-12-31T21:24:38.871" v="838"/>
          <ac:spMkLst>
            <pc:docMk/>
            <pc:sldMk cId="176422900" sldId="269"/>
            <ac:spMk id="1084" creationId="{5CC7D82A-C3C0-5317-F283-FD6B3021E0F4}"/>
          </ac:spMkLst>
        </pc:spChg>
        <pc:spChg chg="mod topLvl">
          <ac:chgData name="Johnson, Randall" userId="ca2a9510-4177-4989-a82b-83511f3dbcf6" providerId="ADAL" clId="{9E56FBCC-9D2B-4AC3-B084-603993C68A6A}" dt="2025-12-31T21:32:52.602" v="1018" actId="165"/>
          <ac:spMkLst>
            <pc:docMk/>
            <pc:sldMk cId="176422900" sldId="269"/>
            <ac:spMk id="1089" creationId="{11AED2C1-866C-9BC6-71C3-A45D4FC5611F}"/>
          </ac:spMkLst>
        </pc:spChg>
        <pc:spChg chg="mod topLvl">
          <ac:chgData name="Johnson, Randall" userId="ca2a9510-4177-4989-a82b-83511f3dbcf6" providerId="ADAL" clId="{9E56FBCC-9D2B-4AC3-B084-603993C68A6A}" dt="2025-12-31T21:32:52.602" v="1018" actId="165"/>
          <ac:spMkLst>
            <pc:docMk/>
            <pc:sldMk cId="176422900" sldId="269"/>
            <ac:spMk id="1090" creationId="{4D88A890-7972-F070-CFB8-934510A2439E}"/>
          </ac:spMkLst>
        </pc:spChg>
        <pc:spChg chg="mod topLvl">
          <ac:chgData name="Johnson, Randall" userId="ca2a9510-4177-4989-a82b-83511f3dbcf6" providerId="ADAL" clId="{9E56FBCC-9D2B-4AC3-B084-603993C68A6A}" dt="2025-12-31T21:32:52.602" v="1018" actId="165"/>
          <ac:spMkLst>
            <pc:docMk/>
            <pc:sldMk cId="176422900" sldId="269"/>
            <ac:spMk id="1091" creationId="{2240EE75-2AC7-AFB8-3E81-EDA115E02967}"/>
          </ac:spMkLst>
        </pc:spChg>
        <pc:spChg chg="mod topLvl">
          <ac:chgData name="Johnson, Randall" userId="ca2a9510-4177-4989-a82b-83511f3dbcf6" providerId="ADAL" clId="{9E56FBCC-9D2B-4AC3-B084-603993C68A6A}" dt="2025-12-31T21:33:21.154" v="1041" actId="1036"/>
          <ac:spMkLst>
            <pc:docMk/>
            <pc:sldMk cId="176422900" sldId="269"/>
            <ac:spMk id="1093" creationId="{03283506-0C92-389F-6846-838DCE38BEB8}"/>
          </ac:spMkLst>
        </pc:spChg>
        <pc:spChg chg="mod topLvl">
          <ac:chgData name="Johnson, Randall" userId="ca2a9510-4177-4989-a82b-83511f3dbcf6" providerId="ADAL" clId="{9E56FBCC-9D2B-4AC3-B084-603993C68A6A}" dt="2025-12-31T21:32:52.602" v="1018" actId="165"/>
          <ac:spMkLst>
            <pc:docMk/>
            <pc:sldMk cId="176422900" sldId="269"/>
            <ac:spMk id="1096" creationId="{9E922DCE-6AAB-C598-FCE8-CEB75201E0E9}"/>
          </ac:spMkLst>
        </pc:spChg>
        <pc:spChg chg="add mod">
          <ac:chgData name="Johnson, Randall" userId="ca2a9510-4177-4989-a82b-83511f3dbcf6" providerId="ADAL" clId="{9E56FBCC-9D2B-4AC3-B084-603993C68A6A}" dt="2025-12-31T21:33:04.466" v="1023" actId="20577"/>
          <ac:spMkLst>
            <pc:docMk/>
            <pc:sldMk cId="176422900" sldId="269"/>
            <ac:spMk id="1098" creationId="{C504C1EA-137B-600D-2FA0-B983870FA701}"/>
          </ac:spMkLst>
        </pc:spChg>
        <pc:grpChg chg="mod">
          <ac:chgData name="Johnson, Randall" userId="ca2a9510-4177-4989-a82b-83511f3dbcf6" providerId="ADAL" clId="{9E56FBCC-9D2B-4AC3-B084-603993C68A6A}" dt="2025-12-31T21:24:30.897" v="837" actId="1037"/>
          <ac:grpSpMkLst>
            <pc:docMk/>
            <pc:sldMk cId="176422900" sldId="269"/>
            <ac:grpSpMk id="23" creationId="{06D0B1CF-8AA4-8F4C-EF20-2ECAE445ED1B}"/>
          </ac:grpSpMkLst>
        </pc:grpChg>
        <pc:grpChg chg="del">
          <ac:chgData name="Johnson, Randall" userId="ca2a9510-4177-4989-a82b-83511f3dbcf6" providerId="ADAL" clId="{9E56FBCC-9D2B-4AC3-B084-603993C68A6A}" dt="2025-12-31T21:24:15.590" v="828" actId="478"/>
          <ac:grpSpMkLst>
            <pc:docMk/>
            <pc:sldMk cId="176422900" sldId="269"/>
            <ac:grpSpMk id="1054" creationId="{ADA7B580-03C6-4A64-6383-CEC85C14BC29}"/>
          </ac:grpSpMkLst>
        </pc:grpChg>
        <pc:grpChg chg="del mod">
          <ac:chgData name="Johnson, Randall" userId="ca2a9510-4177-4989-a82b-83511f3dbcf6" providerId="ADAL" clId="{9E56FBCC-9D2B-4AC3-B084-603993C68A6A}" dt="2025-12-31T21:31:24.406" v="1003" actId="478"/>
          <ac:grpSpMkLst>
            <pc:docMk/>
            <pc:sldMk cId="176422900" sldId="269"/>
            <ac:grpSpMk id="1058" creationId="{19079F62-D675-30D1-C0F1-780D5879A441}"/>
          </ac:grpSpMkLst>
        </pc:grpChg>
        <pc:grpChg chg="add del mod">
          <ac:chgData name="Johnson, Randall" userId="ca2a9510-4177-4989-a82b-83511f3dbcf6" providerId="ADAL" clId="{9E56FBCC-9D2B-4AC3-B084-603993C68A6A}" dt="2025-12-31T21:32:52.602" v="1018" actId="165"/>
          <ac:grpSpMkLst>
            <pc:docMk/>
            <pc:sldMk cId="176422900" sldId="269"/>
            <ac:grpSpMk id="1088" creationId="{46052CA7-AFF2-94A0-CE1E-85732FC0AB04}"/>
          </ac:grpSpMkLst>
        </pc:grpChg>
        <pc:picChg chg="del">
          <ac:chgData name="Johnson, Randall" userId="ca2a9510-4177-4989-a82b-83511f3dbcf6" providerId="ADAL" clId="{9E56FBCC-9D2B-4AC3-B084-603993C68A6A}" dt="2025-12-31T21:31:24.406" v="1003" actId="478"/>
          <ac:picMkLst>
            <pc:docMk/>
            <pc:sldMk cId="176422900" sldId="269"/>
            <ac:picMk id="2" creationId="{18F5F895-675E-2E3B-1C11-30F41D727E34}"/>
          </ac:picMkLst>
        </pc:picChg>
        <pc:picChg chg="add mod">
          <ac:chgData name="Johnson, Randall" userId="ca2a9510-4177-4989-a82b-83511f3dbcf6" providerId="ADAL" clId="{9E56FBCC-9D2B-4AC3-B084-603993C68A6A}" dt="2025-12-31T21:31:25.343" v="1004"/>
          <ac:picMkLst>
            <pc:docMk/>
            <pc:sldMk cId="176422900" sldId="269"/>
            <ac:picMk id="1087" creationId="{BBDA7034-0CAC-75AD-A096-323C97B95A75}"/>
          </ac:picMkLst>
        </pc:picChg>
        <pc:cxnChg chg="mod">
          <ac:chgData name="Johnson, Randall" userId="ca2a9510-4177-4989-a82b-83511f3dbcf6" providerId="ADAL" clId="{9E56FBCC-9D2B-4AC3-B084-603993C68A6A}" dt="2025-12-31T21:24:15.590" v="828" actId="478"/>
          <ac:cxnSpMkLst>
            <pc:docMk/>
            <pc:sldMk cId="176422900" sldId="269"/>
            <ac:cxnSpMk id="41" creationId="{86097209-A8C8-BC90-2763-A61686355769}"/>
          </ac:cxnSpMkLst>
        </pc:cxnChg>
        <pc:cxnChg chg="mod">
          <ac:chgData name="Johnson, Randall" userId="ca2a9510-4177-4989-a82b-83511f3dbcf6" providerId="ADAL" clId="{9E56FBCC-9D2B-4AC3-B084-603993C68A6A}" dt="2025-12-31T21:24:15.590" v="828" actId="478"/>
          <ac:cxnSpMkLst>
            <pc:docMk/>
            <pc:sldMk cId="176422900" sldId="269"/>
            <ac:cxnSpMk id="42" creationId="{22981B4D-0C74-FBA0-7C07-5E53BE536D75}"/>
          </ac:cxnSpMkLst>
        </pc:cxnChg>
        <pc:cxnChg chg="mod">
          <ac:chgData name="Johnson, Randall" userId="ca2a9510-4177-4989-a82b-83511f3dbcf6" providerId="ADAL" clId="{9E56FBCC-9D2B-4AC3-B084-603993C68A6A}" dt="2025-12-31T21:24:15.590" v="828" actId="478"/>
          <ac:cxnSpMkLst>
            <pc:docMk/>
            <pc:sldMk cId="176422900" sldId="269"/>
            <ac:cxnSpMk id="43" creationId="{873EEE41-B380-7D8D-9702-6F83054111CB}"/>
          </ac:cxnSpMkLst>
        </pc:cxnChg>
        <pc:cxnChg chg="mod">
          <ac:chgData name="Johnson, Randall" userId="ca2a9510-4177-4989-a82b-83511f3dbcf6" providerId="ADAL" clId="{9E56FBCC-9D2B-4AC3-B084-603993C68A6A}" dt="2025-12-31T21:24:15.590" v="828" actId="478"/>
          <ac:cxnSpMkLst>
            <pc:docMk/>
            <pc:sldMk cId="176422900" sldId="269"/>
            <ac:cxnSpMk id="45" creationId="{0D0F6E8C-30B5-D984-DCFF-D5335D36C11E}"/>
          </ac:cxnSpMkLst>
        </pc:cxnChg>
        <pc:cxnChg chg="mod">
          <ac:chgData name="Johnson, Randall" userId="ca2a9510-4177-4989-a82b-83511f3dbcf6" providerId="ADAL" clId="{9E56FBCC-9D2B-4AC3-B084-603993C68A6A}" dt="2025-12-31T21:24:15.590" v="828" actId="478"/>
          <ac:cxnSpMkLst>
            <pc:docMk/>
            <pc:sldMk cId="176422900" sldId="269"/>
            <ac:cxnSpMk id="48" creationId="{911E84E6-EE70-E2ED-7344-0C3B893E13A4}"/>
          </ac:cxnSpMkLst>
        </pc:cxnChg>
        <pc:cxnChg chg="mod">
          <ac:chgData name="Johnson, Randall" userId="ca2a9510-4177-4989-a82b-83511f3dbcf6" providerId="ADAL" clId="{9E56FBCC-9D2B-4AC3-B084-603993C68A6A}" dt="2025-12-31T21:24:15.590" v="828" actId="478"/>
          <ac:cxnSpMkLst>
            <pc:docMk/>
            <pc:sldMk cId="176422900" sldId="269"/>
            <ac:cxnSpMk id="49" creationId="{BBD57807-3F2E-7820-8C28-D29925025C63}"/>
          </ac:cxnSpMkLst>
        </pc:cxnChg>
        <pc:cxnChg chg="del mod">
          <ac:chgData name="Johnson, Randall" userId="ca2a9510-4177-4989-a82b-83511f3dbcf6" providerId="ADAL" clId="{9E56FBCC-9D2B-4AC3-B084-603993C68A6A}" dt="2025-12-31T21:24:12.561" v="827" actId="478"/>
          <ac:cxnSpMkLst>
            <pc:docMk/>
            <pc:sldMk cId="176422900" sldId="269"/>
            <ac:cxnSpMk id="54" creationId="{E53F5679-D1F6-B132-A8A6-3EFA1CB90E6B}"/>
          </ac:cxnSpMkLst>
        </pc:cxnChg>
        <pc:cxnChg chg="del mod">
          <ac:chgData name="Johnson, Randall" userId="ca2a9510-4177-4989-a82b-83511f3dbcf6" providerId="ADAL" clId="{9E56FBCC-9D2B-4AC3-B084-603993C68A6A}" dt="2025-12-31T21:24:12.561" v="827" actId="478"/>
          <ac:cxnSpMkLst>
            <pc:docMk/>
            <pc:sldMk cId="176422900" sldId="269"/>
            <ac:cxnSpMk id="61" creationId="{E24A2E4C-322F-0875-488A-43F2747CA7F5}"/>
          </ac:cxnSpMkLst>
        </pc:cxnChg>
        <pc:cxnChg chg="mod">
          <ac:chgData name="Johnson, Randall" userId="ca2a9510-4177-4989-a82b-83511f3dbcf6" providerId="ADAL" clId="{9E56FBCC-9D2B-4AC3-B084-603993C68A6A}" dt="2025-12-31T21:24:15.590" v="828" actId="478"/>
          <ac:cxnSpMkLst>
            <pc:docMk/>
            <pc:sldMk cId="176422900" sldId="269"/>
            <ac:cxnSpMk id="1027" creationId="{28FDB719-DF4D-9D26-4016-6DE5FC234EA7}"/>
          </ac:cxnSpMkLst>
        </pc:cxnChg>
        <pc:cxnChg chg="mod">
          <ac:chgData name="Johnson, Randall" userId="ca2a9510-4177-4989-a82b-83511f3dbcf6" providerId="ADAL" clId="{9E56FBCC-9D2B-4AC3-B084-603993C68A6A}" dt="2025-12-31T21:24:23.273" v="831" actId="1076"/>
          <ac:cxnSpMkLst>
            <pc:docMk/>
            <pc:sldMk cId="176422900" sldId="269"/>
            <ac:cxnSpMk id="1030" creationId="{5FAA7ADF-214B-D5FB-6707-AE439A5F53C2}"/>
          </ac:cxnSpMkLst>
        </pc:cxnChg>
        <pc:cxnChg chg="mod">
          <ac:chgData name="Johnson, Randall" userId="ca2a9510-4177-4989-a82b-83511f3dbcf6" providerId="ADAL" clId="{9E56FBCC-9D2B-4AC3-B084-603993C68A6A}" dt="2025-12-31T21:24:15.590" v="828" actId="478"/>
          <ac:cxnSpMkLst>
            <pc:docMk/>
            <pc:sldMk cId="176422900" sldId="269"/>
            <ac:cxnSpMk id="1052" creationId="{DECED534-269F-781A-4514-F235769D2AF3}"/>
          </ac:cxnSpMkLst>
        </pc:cxnChg>
        <pc:cxnChg chg="mod topLvl">
          <ac:chgData name="Johnson, Randall" userId="ca2a9510-4177-4989-a82b-83511f3dbcf6" providerId="ADAL" clId="{9E56FBCC-9D2B-4AC3-B084-603993C68A6A}" dt="2025-12-31T21:32:52.602" v="1018" actId="165"/>
          <ac:cxnSpMkLst>
            <pc:docMk/>
            <pc:sldMk cId="176422900" sldId="269"/>
            <ac:cxnSpMk id="1092" creationId="{34C55FA5-4191-E2EC-8DC5-5C720D679D09}"/>
          </ac:cxnSpMkLst>
        </pc:cxnChg>
        <pc:cxnChg chg="mod topLvl">
          <ac:chgData name="Johnson, Randall" userId="ca2a9510-4177-4989-a82b-83511f3dbcf6" providerId="ADAL" clId="{9E56FBCC-9D2B-4AC3-B084-603993C68A6A}" dt="2025-12-31T21:33:21.154" v="1041" actId="1036"/>
          <ac:cxnSpMkLst>
            <pc:docMk/>
            <pc:sldMk cId="176422900" sldId="269"/>
            <ac:cxnSpMk id="1094" creationId="{83E4DCE0-26D3-9E80-29BC-0CFEC48805BD}"/>
          </ac:cxnSpMkLst>
        </pc:cxnChg>
        <pc:cxnChg chg="mod topLvl">
          <ac:chgData name="Johnson, Randall" userId="ca2a9510-4177-4989-a82b-83511f3dbcf6" providerId="ADAL" clId="{9E56FBCC-9D2B-4AC3-B084-603993C68A6A}" dt="2025-12-31T21:32:52.602" v="1018" actId="165"/>
          <ac:cxnSpMkLst>
            <pc:docMk/>
            <pc:sldMk cId="176422900" sldId="269"/>
            <ac:cxnSpMk id="1095" creationId="{2C0EDBDE-5B94-E430-F1F5-0CD8EFA9EA49}"/>
          </ac:cxnSpMkLst>
        </pc:cxnChg>
        <pc:cxnChg chg="mod topLvl">
          <ac:chgData name="Johnson, Randall" userId="ca2a9510-4177-4989-a82b-83511f3dbcf6" providerId="ADAL" clId="{9E56FBCC-9D2B-4AC3-B084-603993C68A6A}" dt="2025-12-31T21:32:52.602" v="1018" actId="165"/>
          <ac:cxnSpMkLst>
            <pc:docMk/>
            <pc:sldMk cId="176422900" sldId="269"/>
            <ac:cxnSpMk id="1097" creationId="{4FCAA0CB-77A7-CFEB-541C-1AA49875215A}"/>
          </ac:cxnSpMkLst>
        </pc:cxnChg>
        <pc:cxnChg chg="add">
          <ac:chgData name="Johnson, Randall" userId="ca2a9510-4177-4989-a82b-83511f3dbcf6" providerId="ADAL" clId="{9E56FBCC-9D2B-4AC3-B084-603993C68A6A}" dt="2025-12-31T21:33:12.400" v="1024" actId="11529"/>
          <ac:cxnSpMkLst>
            <pc:docMk/>
            <pc:sldMk cId="176422900" sldId="269"/>
            <ac:cxnSpMk id="1100" creationId="{11976B61-0204-44F9-BCE6-3B529AC76B42}"/>
          </ac:cxnSpMkLst>
        </pc:cxnChg>
      </pc:sldChg>
      <pc:sldChg chg="addSp delSp modSp add mod">
        <pc:chgData name="Johnson, Randall" userId="ca2a9510-4177-4989-a82b-83511f3dbcf6" providerId="ADAL" clId="{9E56FBCC-9D2B-4AC3-B084-603993C68A6A}" dt="2025-12-31T22:39:18.310" v="2467" actId="14100"/>
        <pc:sldMkLst>
          <pc:docMk/>
          <pc:sldMk cId="2698811885" sldId="270"/>
        </pc:sldMkLst>
        <pc:spChg chg="add del">
          <ac:chgData name="Johnson, Randall" userId="ca2a9510-4177-4989-a82b-83511f3dbcf6" providerId="ADAL" clId="{9E56FBCC-9D2B-4AC3-B084-603993C68A6A}" dt="2025-12-31T21:41:32.339" v="1060" actId="478"/>
          <ac:spMkLst>
            <pc:docMk/>
            <pc:sldMk cId="2698811885" sldId="270"/>
            <ac:spMk id="16" creationId="{C39ED5C2-C3D4-B7DD-1BA5-DE5CEF349857}"/>
          </ac:spMkLst>
        </pc:spChg>
        <pc:spChg chg="del">
          <ac:chgData name="Johnson, Randall" userId="ca2a9510-4177-4989-a82b-83511f3dbcf6" providerId="ADAL" clId="{9E56FBCC-9D2B-4AC3-B084-603993C68A6A}" dt="2025-12-31T21:41:32.339" v="1060" actId="478"/>
          <ac:spMkLst>
            <pc:docMk/>
            <pc:sldMk cId="2698811885" sldId="270"/>
            <ac:spMk id="19" creationId="{7FB2FF26-F9D6-FF32-9265-72AF5578F10B}"/>
          </ac:spMkLst>
        </pc:spChg>
        <pc:spChg chg="mod topLvl">
          <ac:chgData name="Johnson, Randall" userId="ca2a9510-4177-4989-a82b-83511f3dbcf6" providerId="ADAL" clId="{9E56FBCC-9D2B-4AC3-B084-603993C68A6A}" dt="2025-12-31T21:53:00.335" v="1219" actId="165"/>
          <ac:spMkLst>
            <pc:docMk/>
            <pc:sldMk cId="2698811885" sldId="270"/>
            <ac:spMk id="39" creationId="{E08D853C-898B-C560-FFE8-743767727F79}"/>
          </ac:spMkLst>
        </pc:spChg>
        <pc:spChg chg="mod topLvl">
          <ac:chgData name="Johnson, Randall" userId="ca2a9510-4177-4989-a82b-83511f3dbcf6" providerId="ADAL" clId="{9E56FBCC-9D2B-4AC3-B084-603993C68A6A}" dt="2025-12-31T22:27:17.869" v="2077" actId="1036"/>
          <ac:spMkLst>
            <pc:docMk/>
            <pc:sldMk cId="2698811885" sldId="270"/>
            <ac:spMk id="40" creationId="{35D51322-708A-9620-89EE-C10245A6761F}"/>
          </ac:spMkLst>
        </pc:spChg>
        <pc:spChg chg="mod topLvl">
          <ac:chgData name="Johnson, Randall" userId="ca2a9510-4177-4989-a82b-83511f3dbcf6" providerId="ADAL" clId="{9E56FBCC-9D2B-4AC3-B084-603993C68A6A}" dt="2025-12-31T22:27:17.869" v="2077" actId="1036"/>
          <ac:spMkLst>
            <pc:docMk/>
            <pc:sldMk cId="2698811885" sldId="270"/>
            <ac:spMk id="41" creationId="{B8C0C6B5-1DF6-0693-0EFD-10C3E3215E24}"/>
          </ac:spMkLst>
        </pc:spChg>
        <pc:spChg chg="mod topLvl">
          <ac:chgData name="Johnson, Randall" userId="ca2a9510-4177-4989-a82b-83511f3dbcf6" providerId="ADAL" clId="{9E56FBCC-9D2B-4AC3-B084-603993C68A6A}" dt="2025-12-31T22:27:17.869" v="2077" actId="1036"/>
          <ac:spMkLst>
            <pc:docMk/>
            <pc:sldMk cId="2698811885" sldId="270"/>
            <ac:spMk id="42" creationId="{A9624B4F-A2C4-8319-E56E-EE9B62704AA8}"/>
          </ac:spMkLst>
        </pc:spChg>
        <pc:spChg chg="mod topLvl">
          <ac:chgData name="Johnson, Randall" userId="ca2a9510-4177-4989-a82b-83511f3dbcf6" providerId="ADAL" clId="{9E56FBCC-9D2B-4AC3-B084-603993C68A6A}" dt="2025-12-31T22:27:17.869" v="2077" actId="1036"/>
          <ac:spMkLst>
            <pc:docMk/>
            <pc:sldMk cId="2698811885" sldId="270"/>
            <ac:spMk id="43" creationId="{2A9C74CA-8457-1247-48BC-E263CB4EB496}"/>
          </ac:spMkLst>
        </pc:spChg>
        <pc:spChg chg="del mod topLvl">
          <ac:chgData name="Johnson, Randall" userId="ca2a9510-4177-4989-a82b-83511f3dbcf6" providerId="ADAL" clId="{9E56FBCC-9D2B-4AC3-B084-603993C68A6A}" dt="2025-12-31T21:45:04.830" v="1092" actId="478"/>
          <ac:spMkLst>
            <pc:docMk/>
            <pc:sldMk cId="2698811885" sldId="270"/>
            <ac:spMk id="49" creationId="{DECE4650-F1A7-0F8A-63D9-4CDEE97795DF}"/>
          </ac:spMkLst>
        </pc:spChg>
        <pc:spChg chg="del mod topLvl">
          <ac:chgData name="Johnson, Randall" userId="ca2a9510-4177-4989-a82b-83511f3dbcf6" providerId="ADAL" clId="{9E56FBCC-9D2B-4AC3-B084-603993C68A6A}" dt="2025-12-31T21:44:57.299" v="1089" actId="478"/>
          <ac:spMkLst>
            <pc:docMk/>
            <pc:sldMk cId="2698811885" sldId="270"/>
            <ac:spMk id="50" creationId="{5F71C1BA-CC8C-20F5-0E21-DCEB068AFFD4}"/>
          </ac:spMkLst>
        </pc:spChg>
        <pc:spChg chg="mod">
          <ac:chgData name="Johnson, Randall" userId="ca2a9510-4177-4989-a82b-83511f3dbcf6" providerId="ADAL" clId="{9E56FBCC-9D2B-4AC3-B084-603993C68A6A}" dt="2025-12-31T21:45:42.115" v="1101"/>
          <ac:spMkLst>
            <pc:docMk/>
            <pc:sldMk cId="2698811885" sldId="270"/>
            <ac:spMk id="56" creationId="{A2D8D425-7002-0CF7-14B8-63B6EC34344C}"/>
          </ac:spMkLst>
        </pc:spChg>
        <pc:spChg chg="mod">
          <ac:chgData name="Johnson, Randall" userId="ca2a9510-4177-4989-a82b-83511f3dbcf6" providerId="ADAL" clId="{9E56FBCC-9D2B-4AC3-B084-603993C68A6A}" dt="2025-12-31T21:45:42.115" v="1101"/>
          <ac:spMkLst>
            <pc:docMk/>
            <pc:sldMk cId="2698811885" sldId="270"/>
            <ac:spMk id="58" creationId="{BA720EAF-052D-E0A6-A6E4-301C0EB67D47}"/>
          </ac:spMkLst>
        </pc:spChg>
        <pc:spChg chg="mod">
          <ac:chgData name="Johnson, Randall" userId="ca2a9510-4177-4989-a82b-83511f3dbcf6" providerId="ADAL" clId="{9E56FBCC-9D2B-4AC3-B084-603993C68A6A}" dt="2025-12-31T21:45:42.115" v="1101"/>
          <ac:spMkLst>
            <pc:docMk/>
            <pc:sldMk cId="2698811885" sldId="270"/>
            <ac:spMk id="59" creationId="{BD62D9AF-6F3D-6027-12AF-B894E12E0DD2}"/>
          </ac:spMkLst>
        </pc:spChg>
        <pc:spChg chg="mod">
          <ac:chgData name="Johnson, Randall" userId="ca2a9510-4177-4989-a82b-83511f3dbcf6" providerId="ADAL" clId="{9E56FBCC-9D2B-4AC3-B084-603993C68A6A}" dt="2025-12-31T21:45:42.115" v="1101"/>
          <ac:spMkLst>
            <pc:docMk/>
            <pc:sldMk cId="2698811885" sldId="270"/>
            <ac:spMk id="60" creationId="{BF8EF102-07A2-14E1-A66A-26DCB4983356}"/>
          </ac:spMkLst>
        </pc:spChg>
        <pc:spChg chg="mod">
          <ac:chgData name="Johnson, Randall" userId="ca2a9510-4177-4989-a82b-83511f3dbcf6" providerId="ADAL" clId="{9E56FBCC-9D2B-4AC3-B084-603993C68A6A}" dt="2025-12-31T21:45:42.115" v="1101"/>
          <ac:spMkLst>
            <pc:docMk/>
            <pc:sldMk cId="2698811885" sldId="270"/>
            <ac:spMk id="61" creationId="{B77F44B9-1001-A0CA-9DF5-1EB22AF7C4F4}"/>
          </ac:spMkLst>
        </pc:spChg>
        <pc:spChg chg="mod">
          <ac:chgData name="Johnson, Randall" userId="ca2a9510-4177-4989-a82b-83511f3dbcf6" providerId="ADAL" clId="{9E56FBCC-9D2B-4AC3-B084-603993C68A6A}" dt="2025-12-31T21:45:50.131" v="1103"/>
          <ac:spMkLst>
            <pc:docMk/>
            <pc:sldMk cId="2698811885" sldId="270"/>
            <ac:spMk id="1052" creationId="{768F940F-EA65-9BF7-A744-2E4ED77B9D03}"/>
          </ac:spMkLst>
        </pc:spChg>
        <pc:spChg chg="mod">
          <ac:chgData name="Johnson, Randall" userId="ca2a9510-4177-4989-a82b-83511f3dbcf6" providerId="ADAL" clId="{9E56FBCC-9D2B-4AC3-B084-603993C68A6A}" dt="2025-12-31T21:45:50.131" v="1103"/>
          <ac:spMkLst>
            <pc:docMk/>
            <pc:sldMk cId="2698811885" sldId="270"/>
            <ac:spMk id="1054" creationId="{2606AA3F-F1B3-8B13-43EF-ED505338F40E}"/>
          </ac:spMkLst>
        </pc:spChg>
        <pc:spChg chg="mod">
          <ac:chgData name="Johnson, Randall" userId="ca2a9510-4177-4989-a82b-83511f3dbcf6" providerId="ADAL" clId="{9E56FBCC-9D2B-4AC3-B084-603993C68A6A}" dt="2025-12-31T21:45:50.131" v="1103"/>
          <ac:spMkLst>
            <pc:docMk/>
            <pc:sldMk cId="2698811885" sldId="270"/>
            <ac:spMk id="1058" creationId="{4E75C575-3FE9-F4AB-3872-8CF58838A29F}"/>
          </ac:spMkLst>
        </pc:spChg>
        <pc:spChg chg="mod">
          <ac:chgData name="Johnson, Randall" userId="ca2a9510-4177-4989-a82b-83511f3dbcf6" providerId="ADAL" clId="{9E56FBCC-9D2B-4AC3-B084-603993C68A6A}" dt="2025-12-31T21:45:50.131" v="1103"/>
          <ac:spMkLst>
            <pc:docMk/>
            <pc:sldMk cId="2698811885" sldId="270"/>
            <ac:spMk id="1059" creationId="{931A9852-2C8A-6BA4-C9D8-91B13005E979}"/>
          </ac:spMkLst>
        </pc:spChg>
        <pc:spChg chg="mod">
          <ac:chgData name="Johnson, Randall" userId="ca2a9510-4177-4989-a82b-83511f3dbcf6" providerId="ADAL" clId="{9E56FBCC-9D2B-4AC3-B084-603993C68A6A}" dt="2025-12-31T21:45:50.131" v="1103"/>
          <ac:spMkLst>
            <pc:docMk/>
            <pc:sldMk cId="2698811885" sldId="270"/>
            <ac:spMk id="1060" creationId="{E91F2AFF-0713-3073-D3A8-38673F4DF5AE}"/>
          </ac:spMkLst>
        </pc:spChg>
        <pc:spChg chg="mod">
          <ac:chgData name="Johnson, Randall" userId="ca2a9510-4177-4989-a82b-83511f3dbcf6" providerId="ADAL" clId="{9E56FBCC-9D2B-4AC3-B084-603993C68A6A}" dt="2025-12-31T21:45:56.751" v="1105"/>
          <ac:spMkLst>
            <pc:docMk/>
            <pc:sldMk cId="2698811885" sldId="270"/>
            <ac:spMk id="1067" creationId="{01C51BAF-3913-1B70-46D3-D76B322C40B5}"/>
          </ac:spMkLst>
        </pc:spChg>
        <pc:spChg chg="mod">
          <ac:chgData name="Johnson, Randall" userId="ca2a9510-4177-4989-a82b-83511f3dbcf6" providerId="ADAL" clId="{9E56FBCC-9D2B-4AC3-B084-603993C68A6A}" dt="2025-12-31T21:45:56.751" v="1105"/>
          <ac:spMkLst>
            <pc:docMk/>
            <pc:sldMk cId="2698811885" sldId="270"/>
            <ac:spMk id="1068" creationId="{8AA5803F-37CC-150A-6710-BFD830C0C262}"/>
          </ac:spMkLst>
        </pc:spChg>
        <pc:spChg chg="mod">
          <ac:chgData name="Johnson, Randall" userId="ca2a9510-4177-4989-a82b-83511f3dbcf6" providerId="ADAL" clId="{9E56FBCC-9D2B-4AC3-B084-603993C68A6A}" dt="2025-12-31T21:45:56.751" v="1105"/>
          <ac:spMkLst>
            <pc:docMk/>
            <pc:sldMk cId="2698811885" sldId="270"/>
            <ac:spMk id="1069" creationId="{C65DBCFE-230D-56BD-2E68-03056ED72E6F}"/>
          </ac:spMkLst>
        </pc:spChg>
        <pc:spChg chg="mod">
          <ac:chgData name="Johnson, Randall" userId="ca2a9510-4177-4989-a82b-83511f3dbcf6" providerId="ADAL" clId="{9E56FBCC-9D2B-4AC3-B084-603993C68A6A}" dt="2025-12-31T21:45:56.751" v="1105"/>
          <ac:spMkLst>
            <pc:docMk/>
            <pc:sldMk cId="2698811885" sldId="270"/>
            <ac:spMk id="1070" creationId="{33A85813-8139-0E8B-612A-A9574BBB0C75}"/>
          </ac:spMkLst>
        </pc:spChg>
        <pc:spChg chg="mod">
          <ac:chgData name="Johnson, Randall" userId="ca2a9510-4177-4989-a82b-83511f3dbcf6" providerId="ADAL" clId="{9E56FBCC-9D2B-4AC3-B084-603993C68A6A}" dt="2025-12-31T21:45:56.751" v="1105"/>
          <ac:spMkLst>
            <pc:docMk/>
            <pc:sldMk cId="2698811885" sldId="270"/>
            <ac:spMk id="1071" creationId="{97662558-471C-DF6F-0A24-AD1B4340B912}"/>
          </ac:spMkLst>
        </pc:spChg>
        <pc:spChg chg="add mod topLvl">
          <ac:chgData name="Johnson, Randall" userId="ca2a9510-4177-4989-a82b-83511f3dbcf6" providerId="ADAL" clId="{9E56FBCC-9D2B-4AC3-B084-603993C68A6A}" dt="2025-12-31T22:27:17.869" v="2077" actId="1036"/>
          <ac:spMkLst>
            <pc:docMk/>
            <pc:sldMk cId="2698811885" sldId="270"/>
            <ac:spMk id="1077" creationId="{0DB81ED1-94C0-3389-151B-0F1CB0BAA33F}"/>
          </ac:spMkLst>
        </pc:spChg>
        <pc:spChg chg="mod topLvl">
          <ac:chgData name="Johnson, Randall" userId="ca2a9510-4177-4989-a82b-83511f3dbcf6" providerId="ADAL" clId="{9E56FBCC-9D2B-4AC3-B084-603993C68A6A}" dt="2025-12-31T22:25:48.741" v="1974" actId="164"/>
          <ac:spMkLst>
            <pc:docMk/>
            <pc:sldMk cId="2698811885" sldId="270"/>
            <ac:spMk id="1084" creationId="{BA90A4D1-AB68-60EA-F735-590769F29970}"/>
          </ac:spMkLst>
        </pc:spChg>
        <pc:spChg chg="mod topLvl">
          <ac:chgData name="Johnson, Randall" userId="ca2a9510-4177-4989-a82b-83511f3dbcf6" providerId="ADAL" clId="{9E56FBCC-9D2B-4AC3-B084-603993C68A6A}" dt="2025-12-31T22:25:48.741" v="1974" actId="164"/>
          <ac:spMkLst>
            <pc:docMk/>
            <pc:sldMk cId="2698811885" sldId="270"/>
            <ac:spMk id="1085" creationId="{0AC6DD30-712A-4CA9-C559-3ECD7158765C}"/>
          </ac:spMkLst>
        </pc:spChg>
        <pc:spChg chg="mod topLvl">
          <ac:chgData name="Johnson, Randall" userId="ca2a9510-4177-4989-a82b-83511f3dbcf6" providerId="ADAL" clId="{9E56FBCC-9D2B-4AC3-B084-603993C68A6A}" dt="2025-12-31T22:25:48.741" v="1974" actId="164"/>
          <ac:spMkLst>
            <pc:docMk/>
            <pc:sldMk cId="2698811885" sldId="270"/>
            <ac:spMk id="1086" creationId="{854DB059-E99C-A8C0-5BC1-3DE621EB6539}"/>
          </ac:spMkLst>
        </pc:spChg>
        <pc:spChg chg="mod topLvl">
          <ac:chgData name="Johnson, Randall" userId="ca2a9510-4177-4989-a82b-83511f3dbcf6" providerId="ADAL" clId="{9E56FBCC-9D2B-4AC3-B084-603993C68A6A}" dt="2025-12-31T22:25:48.741" v="1974" actId="164"/>
          <ac:spMkLst>
            <pc:docMk/>
            <pc:sldMk cId="2698811885" sldId="270"/>
            <ac:spMk id="1088" creationId="{199CF6A0-9BC9-91A8-3443-FA96F0455092}"/>
          </ac:spMkLst>
        </pc:spChg>
        <pc:spChg chg="del">
          <ac:chgData name="Johnson, Randall" userId="ca2a9510-4177-4989-a82b-83511f3dbcf6" providerId="ADAL" clId="{9E56FBCC-9D2B-4AC3-B084-603993C68A6A}" dt="2025-12-31T21:41:15.281" v="1058" actId="478"/>
          <ac:spMkLst>
            <pc:docMk/>
            <pc:sldMk cId="2698811885" sldId="270"/>
            <ac:spMk id="1089" creationId="{720CF69E-CED4-6D52-DAB4-7E4D3F30B442}"/>
          </ac:spMkLst>
        </pc:spChg>
        <pc:spChg chg="del">
          <ac:chgData name="Johnson, Randall" userId="ca2a9510-4177-4989-a82b-83511f3dbcf6" providerId="ADAL" clId="{9E56FBCC-9D2B-4AC3-B084-603993C68A6A}" dt="2025-12-31T21:41:15.281" v="1058" actId="478"/>
          <ac:spMkLst>
            <pc:docMk/>
            <pc:sldMk cId="2698811885" sldId="270"/>
            <ac:spMk id="1090" creationId="{48FE0227-6AD8-6486-8BCB-CEC2BCD23EEC}"/>
          </ac:spMkLst>
        </pc:spChg>
        <pc:spChg chg="del">
          <ac:chgData name="Johnson, Randall" userId="ca2a9510-4177-4989-a82b-83511f3dbcf6" providerId="ADAL" clId="{9E56FBCC-9D2B-4AC3-B084-603993C68A6A}" dt="2025-12-31T21:41:15.281" v="1058" actId="478"/>
          <ac:spMkLst>
            <pc:docMk/>
            <pc:sldMk cId="2698811885" sldId="270"/>
            <ac:spMk id="1091" creationId="{798A3E55-EEDF-4841-7971-C239C895FF2D}"/>
          </ac:spMkLst>
        </pc:spChg>
        <pc:spChg chg="del">
          <ac:chgData name="Johnson, Randall" userId="ca2a9510-4177-4989-a82b-83511f3dbcf6" providerId="ADAL" clId="{9E56FBCC-9D2B-4AC3-B084-603993C68A6A}" dt="2025-12-31T21:41:15.281" v="1058" actId="478"/>
          <ac:spMkLst>
            <pc:docMk/>
            <pc:sldMk cId="2698811885" sldId="270"/>
            <ac:spMk id="1093" creationId="{5429421B-A10A-F98F-961F-C3F32B64983E}"/>
          </ac:spMkLst>
        </pc:spChg>
        <pc:spChg chg="del">
          <ac:chgData name="Johnson, Randall" userId="ca2a9510-4177-4989-a82b-83511f3dbcf6" providerId="ADAL" clId="{9E56FBCC-9D2B-4AC3-B084-603993C68A6A}" dt="2025-12-31T21:41:15.281" v="1058" actId="478"/>
          <ac:spMkLst>
            <pc:docMk/>
            <pc:sldMk cId="2698811885" sldId="270"/>
            <ac:spMk id="1096" creationId="{3BD5F5CE-8C52-FD28-0B47-C85E1B3A04D5}"/>
          </ac:spMkLst>
        </pc:spChg>
        <pc:spChg chg="del">
          <ac:chgData name="Johnson, Randall" userId="ca2a9510-4177-4989-a82b-83511f3dbcf6" providerId="ADAL" clId="{9E56FBCC-9D2B-4AC3-B084-603993C68A6A}" dt="2025-12-31T21:41:12.059" v="1057" actId="478"/>
          <ac:spMkLst>
            <pc:docMk/>
            <pc:sldMk cId="2698811885" sldId="270"/>
            <ac:spMk id="1098" creationId="{7189E2F3-DF35-7365-22A0-BCE887F69145}"/>
          </ac:spMkLst>
        </pc:spChg>
        <pc:spChg chg="mod topLvl">
          <ac:chgData name="Johnson, Randall" userId="ca2a9510-4177-4989-a82b-83511f3dbcf6" providerId="ADAL" clId="{9E56FBCC-9D2B-4AC3-B084-603993C68A6A}" dt="2025-12-31T22:25:48.741" v="1974" actId="164"/>
          <ac:spMkLst>
            <pc:docMk/>
            <pc:sldMk cId="2698811885" sldId="270"/>
            <ac:spMk id="1099" creationId="{B983F248-1B8A-845C-86FD-B4B5A0DF50BE}"/>
          </ac:spMkLst>
        </pc:spChg>
        <pc:spChg chg="add del mod topLvl">
          <ac:chgData name="Johnson, Randall" userId="ca2a9510-4177-4989-a82b-83511f3dbcf6" providerId="ADAL" clId="{9E56FBCC-9D2B-4AC3-B084-603993C68A6A}" dt="2025-12-31T22:25:48.741" v="1974" actId="164"/>
          <ac:spMkLst>
            <pc:docMk/>
            <pc:sldMk cId="2698811885" sldId="270"/>
            <ac:spMk id="1106" creationId="{450F244C-DE11-2FD3-4835-1548BADE5981}"/>
          </ac:spMkLst>
        </pc:spChg>
        <pc:spChg chg="mod topLvl">
          <ac:chgData name="Johnson, Randall" userId="ca2a9510-4177-4989-a82b-83511f3dbcf6" providerId="ADAL" clId="{9E56FBCC-9D2B-4AC3-B084-603993C68A6A}" dt="2025-12-31T22:34:55.525" v="2384" actId="164"/>
          <ac:spMkLst>
            <pc:docMk/>
            <pc:sldMk cId="2698811885" sldId="270"/>
            <ac:spMk id="1109" creationId="{3D75CFCB-58C6-DAEB-5A48-FFA695059606}"/>
          </ac:spMkLst>
        </pc:spChg>
        <pc:spChg chg="mod topLvl">
          <ac:chgData name="Johnson, Randall" userId="ca2a9510-4177-4989-a82b-83511f3dbcf6" providerId="ADAL" clId="{9E56FBCC-9D2B-4AC3-B084-603993C68A6A}" dt="2025-12-31T22:34:55.525" v="2384" actId="164"/>
          <ac:spMkLst>
            <pc:docMk/>
            <pc:sldMk cId="2698811885" sldId="270"/>
            <ac:spMk id="1110" creationId="{09D7FFC7-613D-C37D-0B7B-693BB7C9EC3A}"/>
          </ac:spMkLst>
        </pc:spChg>
        <pc:spChg chg="del mod topLvl">
          <ac:chgData name="Johnson, Randall" userId="ca2a9510-4177-4989-a82b-83511f3dbcf6" providerId="ADAL" clId="{9E56FBCC-9D2B-4AC3-B084-603993C68A6A}" dt="2025-12-31T22:14:48.696" v="1563" actId="478"/>
          <ac:spMkLst>
            <pc:docMk/>
            <pc:sldMk cId="2698811885" sldId="270"/>
            <ac:spMk id="1111" creationId="{2AF7693C-C075-83DB-7C4D-35E6286540D2}"/>
          </ac:spMkLst>
        </pc:spChg>
        <pc:spChg chg="del mod topLvl">
          <ac:chgData name="Johnson, Randall" userId="ca2a9510-4177-4989-a82b-83511f3dbcf6" providerId="ADAL" clId="{9E56FBCC-9D2B-4AC3-B084-603993C68A6A}" dt="2025-12-31T22:14:48.696" v="1563" actId="478"/>
          <ac:spMkLst>
            <pc:docMk/>
            <pc:sldMk cId="2698811885" sldId="270"/>
            <ac:spMk id="1112" creationId="{BB71E37A-F51F-F5AA-9437-C52AA2414AD0}"/>
          </ac:spMkLst>
        </pc:spChg>
        <pc:spChg chg="mod topLvl">
          <ac:chgData name="Johnson, Randall" userId="ca2a9510-4177-4989-a82b-83511f3dbcf6" providerId="ADAL" clId="{9E56FBCC-9D2B-4AC3-B084-603993C68A6A}" dt="2025-12-31T22:34:55.525" v="2384" actId="164"/>
          <ac:spMkLst>
            <pc:docMk/>
            <pc:sldMk cId="2698811885" sldId="270"/>
            <ac:spMk id="1113" creationId="{5BC0D566-733F-F9C5-74DF-24889DDC4DBD}"/>
          </ac:spMkLst>
        </pc:spChg>
        <pc:spChg chg="del mod topLvl">
          <ac:chgData name="Johnson, Randall" userId="ca2a9510-4177-4989-a82b-83511f3dbcf6" providerId="ADAL" clId="{9E56FBCC-9D2B-4AC3-B084-603993C68A6A}" dt="2025-12-31T22:14:33.827" v="1558" actId="478"/>
          <ac:spMkLst>
            <pc:docMk/>
            <pc:sldMk cId="2698811885" sldId="270"/>
            <ac:spMk id="1119" creationId="{6A1ED1DC-7847-FF37-E530-3A968CE2A7BC}"/>
          </ac:spMkLst>
        </pc:spChg>
        <pc:spChg chg="mod topLvl">
          <ac:chgData name="Johnson, Randall" userId="ca2a9510-4177-4989-a82b-83511f3dbcf6" providerId="ADAL" clId="{9E56FBCC-9D2B-4AC3-B084-603993C68A6A}" dt="2025-12-31T22:35:16.871" v="2386" actId="164"/>
          <ac:spMkLst>
            <pc:docMk/>
            <pc:sldMk cId="2698811885" sldId="270"/>
            <ac:spMk id="1122" creationId="{14214A56-6BF8-E664-D0D6-43111BBCF9CE}"/>
          </ac:spMkLst>
        </pc:spChg>
        <pc:spChg chg="mod topLvl">
          <ac:chgData name="Johnson, Randall" userId="ca2a9510-4177-4989-a82b-83511f3dbcf6" providerId="ADAL" clId="{9E56FBCC-9D2B-4AC3-B084-603993C68A6A}" dt="2025-12-31T21:54:01.941" v="1232" actId="165"/>
          <ac:spMkLst>
            <pc:docMk/>
            <pc:sldMk cId="2698811885" sldId="270"/>
            <ac:spMk id="1123" creationId="{6DA33B1B-0ECA-A8A8-BB7B-F648C1B393F0}"/>
          </ac:spMkLst>
        </pc:spChg>
        <pc:spChg chg="mod topLvl">
          <ac:chgData name="Johnson, Randall" userId="ca2a9510-4177-4989-a82b-83511f3dbcf6" providerId="ADAL" clId="{9E56FBCC-9D2B-4AC3-B084-603993C68A6A}" dt="2025-12-31T22:35:16.871" v="2386" actId="164"/>
          <ac:spMkLst>
            <pc:docMk/>
            <pc:sldMk cId="2698811885" sldId="270"/>
            <ac:spMk id="1124" creationId="{2067FB8D-ECF4-4BC6-CF26-B75EF9B4A6E0}"/>
          </ac:spMkLst>
        </pc:spChg>
        <pc:spChg chg="mod topLvl">
          <ac:chgData name="Johnson, Randall" userId="ca2a9510-4177-4989-a82b-83511f3dbcf6" providerId="ADAL" clId="{9E56FBCC-9D2B-4AC3-B084-603993C68A6A}" dt="2025-12-31T21:54:01.941" v="1232" actId="165"/>
          <ac:spMkLst>
            <pc:docMk/>
            <pc:sldMk cId="2698811885" sldId="270"/>
            <ac:spMk id="1125" creationId="{6DD2D0A6-9E61-D06E-1A2C-59FB0B159CFE}"/>
          </ac:spMkLst>
        </pc:spChg>
        <pc:spChg chg="mod topLvl">
          <ac:chgData name="Johnson, Randall" userId="ca2a9510-4177-4989-a82b-83511f3dbcf6" providerId="ADAL" clId="{9E56FBCC-9D2B-4AC3-B084-603993C68A6A}" dt="2025-12-31T22:35:16.871" v="2386" actId="164"/>
          <ac:spMkLst>
            <pc:docMk/>
            <pc:sldMk cId="2698811885" sldId="270"/>
            <ac:spMk id="1126" creationId="{198B2F36-F61B-E1AE-FC1D-A0DCC1DF1AD6}"/>
          </ac:spMkLst>
        </pc:spChg>
        <pc:spChg chg="mod topLvl">
          <ac:chgData name="Johnson, Randall" userId="ca2a9510-4177-4989-a82b-83511f3dbcf6" providerId="ADAL" clId="{9E56FBCC-9D2B-4AC3-B084-603993C68A6A}" dt="2025-12-31T22:35:16.871" v="2386" actId="164"/>
          <ac:spMkLst>
            <pc:docMk/>
            <pc:sldMk cId="2698811885" sldId="270"/>
            <ac:spMk id="1132" creationId="{95C246EF-8DC7-C93C-ADF3-386543E93FDD}"/>
          </ac:spMkLst>
        </pc:spChg>
        <pc:spChg chg="add mod">
          <ac:chgData name="Johnson, Randall" userId="ca2a9510-4177-4989-a82b-83511f3dbcf6" providerId="ADAL" clId="{9E56FBCC-9D2B-4AC3-B084-603993C68A6A}" dt="2025-12-31T22:27:17.869" v="2077" actId="1036"/>
          <ac:spMkLst>
            <pc:docMk/>
            <pc:sldMk cId="2698811885" sldId="270"/>
            <ac:spMk id="1139" creationId="{F26BD578-211D-C52B-984E-7103359B2873}"/>
          </ac:spMkLst>
        </pc:spChg>
        <pc:spChg chg="add mod topLvl">
          <ac:chgData name="Johnson, Randall" userId="ca2a9510-4177-4989-a82b-83511f3dbcf6" providerId="ADAL" clId="{9E56FBCC-9D2B-4AC3-B084-603993C68A6A}" dt="2025-12-31T22:25:48.741" v="1974" actId="164"/>
          <ac:spMkLst>
            <pc:docMk/>
            <pc:sldMk cId="2698811885" sldId="270"/>
            <ac:spMk id="1142" creationId="{EB8F52FD-385F-2CFB-BCAD-249D6461C1EF}"/>
          </ac:spMkLst>
        </pc:spChg>
        <pc:spChg chg="add mod">
          <ac:chgData name="Johnson, Randall" userId="ca2a9510-4177-4989-a82b-83511f3dbcf6" providerId="ADAL" clId="{9E56FBCC-9D2B-4AC3-B084-603993C68A6A}" dt="2025-12-31T22:27:17.869" v="2077" actId="1036"/>
          <ac:spMkLst>
            <pc:docMk/>
            <pc:sldMk cId="2698811885" sldId="270"/>
            <ac:spMk id="1147" creationId="{D76D58D8-9F6A-28F8-C929-589ED64208E5}"/>
          </ac:spMkLst>
        </pc:spChg>
        <pc:spChg chg="add del mod">
          <ac:chgData name="Johnson, Randall" userId="ca2a9510-4177-4989-a82b-83511f3dbcf6" providerId="ADAL" clId="{9E56FBCC-9D2B-4AC3-B084-603993C68A6A}" dt="2025-12-31T22:14:48.696" v="1563" actId="478"/>
          <ac:spMkLst>
            <pc:docMk/>
            <pc:sldMk cId="2698811885" sldId="270"/>
            <ac:spMk id="1150" creationId="{B27AD14F-D601-8BF3-210E-BC0411B0CFF1}"/>
          </ac:spMkLst>
        </pc:spChg>
        <pc:spChg chg="add mod topLvl">
          <ac:chgData name="Johnson, Randall" userId="ca2a9510-4177-4989-a82b-83511f3dbcf6" providerId="ADAL" clId="{9E56FBCC-9D2B-4AC3-B084-603993C68A6A}" dt="2025-12-31T22:35:16.871" v="2386" actId="164"/>
          <ac:spMkLst>
            <pc:docMk/>
            <pc:sldMk cId="2698811885" sldId="270"/>
            <ac:spMk id="1151" creationId="{1112C998-3FD2-9DA2-BAEE-C102FCB5CB4D}"/>
          </ac:spMkLst>
        </pc:spChg>
        <pc:spChg chg="add del mod">
          <ac:chgData name="Johnson, Randall" userId="ca2a9510-4177-4989-a82b-83511f3dbcf6" providerId="ADAL" clId="{9E56FBCC-9D2B-4AC3-B084-603993C68A6A}" dt="2025-12-31T22:14:48.696" v="1563" actId="478"/>
          <ac:spMkLst>
            <pc:docMk/>
            <pc:sldMk cId="2698811885" sldId="270"/>
            <ac:spMk id="1156" creationId="{4CAB76B7-3461-04E2-771E-13DA45443A89}"/>
          </ac:spMkLst>
        </pc:spChg>
        <pc:spChg chg="add mod">
          <ac:chgData name="Johnson, Randall" userId="ca2a9510-4177-4989-a82b-83511f3dbcf6" providerId="ADAL" clId="{9E56FBCC-9D2B-4AC3-B084-603993C68A6A}" dt="2025-12-31T22:27:17.869" v="2077" actId="1036"/>
          <ac:spMkLst>
            <pc:docMk/>
            <pc:sldMk cId="2698811885" sldId="270"/>
            <ac:spMk id="1161" creationId="{F8DF04B8-33F6-A49C-E2CC-0713747C5E0D}"/>
          </ac:spMkLst>
        </pc:spChg>
        <pc:spChg chg="add del mod topLvl">
          <ac:chgData name="Johnson, Randall" userId="ca2a9510-4177-4989-a82b-83511f3dbcf6" providerId="ADAL" clId="{9E56FBCC-9D2B-4AC3-B084-603993C68A6A}" dt="2025-12-31T22:25:22.356" v="1969" actId="478"/>
          <ac:spMkLst>
            <pc:docMk/>
            <pc:sldMk cId="2698811885" sldId="270"/>
            <ac:spMk id="1164" creationId="{C4D16645-AC9A-ADF5-4E69-E5856B87DFDB}"/>
          </ac:spMkLst>
        </pc:spChg>
        <pc:spChg chg="add mod topLvl">
          <ac:chgData name="Johnson, Randall" userId="ca2a9510-4177-4989-a82b-83511f3dbcf6" providerId="ADAL" clId="{9E56FBCC-9D2B-4AC3-B084-603993C68A6A}" dt="2025-12-31T22:35:16.871" v="2386" actId="164"/>
          <ac:spMkLst>
            <pc:docMk/>
            <pc:sldMk cId="2698811885" sldId="270"/>
            <ac:spMk id="1165" creationId="{CFCC418E-0BAD-96FD-D3C8-DAE4071C3B00}"/>
          </ac:spMkLst>
        </pc:spChg>
        <pc:spChg chg="add mod">
          <ac:chgData name="Johnson, Randall" userId="ca2a9510-4177-4989-a82b-83511f3dbcf6" providerId="ADAL" clId="{9E56FBCC-9D2B-4AC3-B084-603993C68A6A}" dt="2025-12-31T22:16:27.537" v="1635" actId="20577"/>
          <ac:spMkLst>
            <pc:docMk/>
            <pc:sldMk cId="2698811885" sldId="270"/>
            <ac:spMk id="1170" creationId="{0D6B7B4B-EA4C-66DF-D8A6-439CCA881AFA}"/>
          </ac:spMkLst>
        </pc:spChg>
        <pc:spChg chg="add mod topLvl">
          <ac:chgData name="Johnson, Randall" userId="ca2a9510-4177-4989-a82b-83511f3dbcf6" providerId="ADAL" clId="{9E56FBCC-9D2B-4AC3-B084-603993C68A6A}" dt="2025-12-31T22:35:16.871" v="2386" actId="164"/>
          <ac:spMkLst>
            <pc:docMk/>
            <pc:sldMk cId="2698811885" sldId="270"/>
            <ac:spMk id="1173" creationId="{1F809814-F0A2-56F2-14EE-EDCA5017845E}"/>
          </ac:spMkLst>
        </pc:spChg>
        <pc:spChg chg="add del mod">
          <ac:chgData name="Johnson, Randall" userId="ca2a9510-4177-4989-a82b-83511f3dbcf6" providerId="ADAL" clId="{9E56FBCC-9D2B-4AC3-B084-603993C68A6A}" dt="2025-12-31T22:04:24.271" v="1411" actId="478"/>
          <ac:spMkLst>
            <pc:docMk/>
            <pc:sldMk cId="2698811885" sldId="270"/>
            <ac:spMk id="1176" creationId="{5EB1148C-2EB9-65BF-03F9-C3AA3F2D2F28}"/>
          </ac:spMkLst>
        </pc:spChg>
        <pc:spChg chg="add mod">
          <ac:chgData name="Johnson, Randall" userId="ca2a9510-4177-4989-a82b-83511f3dbcf6" providerId="ADAL" clId="{9E56FBCC-9D2B-4AC3-B084-603993C68A6A}" dt="2025-12-31T22:27:17.869" v="2077" actId="1036"/>
          <ac:spMkLst>
            <pc:docMk/>
            <pc:sldMk cId="2698811885" sldId="270"/>
            <ac:spMk id="1177" creationId="{7CB9F62C-F377-1A25-D0D9-5EB4AA41590D}"/>
          </ac:spMkLst>
        </pc:spChg>
        <pc:spChg chg="add del mod topLvl">
          <ac:chgData name="Johnson, Randall" userId="ca2a9510-4177-4989-a82b-83511f3dbcf6" providerId="ADAL" clId="{9E56FBCC-9D2B-4AC3-B084-603993C68A6A}" dt="2025-12-31T22:25:17.997" v="1968" actId="478"/>
          <ac:spMkLst>
            <pc:docMk/>
            <pc:sldMk cId="2698811885" sldId="270"/>
            <ac:spMk id="1182" creationId="{5DAB7B42-7B9E-297B-03FB-15D6B72EF606}"/>
          </ac:spMkLst>
        </pc:spChg>
        <pc:spChg chg="add del mod">
          <ac:chgData name="Johnson, Randall" userId="ca2a9510-4177-4989-a82b-83511f3dbcf6" providerId="ADAL" clId="{9E56FBCC-9D2B-4AC3-B084-603993C68A6A}" dt="2025-12-31T22:14:48.696" v="1563" actId="478"/>
          <ac:spMkLst>
            <pc:docMk/>
            <pc:sldMk cId="2698811885" sldId="270"/>
            <ac:spMk id="1185" creationId="{F1C116F9-1C63-E2E5-06B3-CF98B4C3848C}"/>
          </ac:spMkLst>
        </pc:spChg>
        <pc:spChg chg="add mod topLvl">
          <ac:chgData name="Johnson, Randall" userId="ca2a9510-4177-4989-a82b-83511f3dbcf6" providerId="ADAL" clId="{9E56FBCC-9D2B-4AC3-B084-603993C68A6A}" dt="2025-12-31T22:35:16.871" v="2386" actId="164"/>
          <ac:spMkLst>
            <pc:docMk/>
            <pc:sldMk cId="2698811885" sldId="270"/>
            <ac:spMk id="1188" creationId="{15E0779F-F6D3-D4E8-9B9F-FCB882062EB8}"/>
          </ac:spMkLst>
        </pc:spChg>
        <pc:spChg chg="add mod topLvl">
          <ac:chgData name="Johnson, Randall" userId="ca2a9510-4177-4989-a82b-83511f3dbcf6" providerId="ADAL" clId="{9E56FBCC-9D2B-4AC3-B084-603993C68A6A}" dt="2025-12-31T22:35:16.871" v="2386" actId="164"/>
          <ac:spMkLst>
            <pc:docMk/>
            <pc:sldMk cId="2698811885" sldId="270"/>
            <ac:spMk id="1191" creationId="{818AF527-4BDC-B21A-4EC4-8E608A738DBA}"/>
          </ac:spMkLst>
        </pc:spChg>
        <pc:spChg chg="add mod">
          <ac:chgData name="Johnson, Randall" userId="ca2a9510-4177-4989-a82b-83511f3dbcf6" providerId="ADAL" clId="{9E56FBCC-9D2B-4AC3-B084-603993C68A6A}" dt="2025-12-31T22:19:53.464" v="1733" actId="165"/>
          <ac:spMkLst>
            <pc:docMk/>
            <pc:sldMk cId="2698811885" sldId="270"/>
            <ac:spMk id="1200" creationId="{1CD1C814-3F9E-5BAE-BE72-3020D92EBC58}"/>
          </ac:spMkLst>
        </pc:spChg>
        <pc:spChg chg="add mod topLvl">
          <ac:chgData name="Johnson, Randall" userId="ca2a9510-4177-4989-a82b-83511f3dbcf6" providerId="ADAL" clId="{9E56FBCC-9D2B-4AC3-B084-603993C68A6A}" dt="2025-12-31T22:35:16.871" v="2386" actId="164"/>
          <ac:spMkLst>
            <pc:docMk/>
            <pc:sldMk cId="2698811885" sldId="270"/>
            <ac:spMk id="1207" creationId="{9E254CFB-8B1B-DDC2-F978-5FEED0CEFFCF}"/>
          </ac:spMkLst>
        </pc:spChg>
        <pc:spChg chg="add del mod">
          <ac:chgData name="Johnson, Randall" userId="ca2a9510-4177-4989-a82b-83511f3dbcf6" providerId="ADAL" clId="{9E56FBCC-9D2B-4AC3-B084-603993C68A6A}" dt="2025-12-31T22:14:41.043" v="1561" actId="478"/>
          <ac:spMkLst>
            <pc:docMk/>
            <pc:sldMk cId="2698811885" sldId="270"/>
            <ac:spMk id="1214" creationId="{7CF10DEA-661A-30B2-4148-46F00CDD7768}"/>
          </ac:spMkLst>
        </pc:spChg>
        <pc:spChg chg="add mod topLvl">
          <ac:chgData name="Johnson, Randall" userId="ca2a9510-4177-4989-a82b-83511f3dbcf6" providerId="ADAL" clId="{9E56FBCC-9D2B-4AC3-B084-603993C68A6A}" dt="2025-12-31T22:34:55.525" v="2384" actId="164"/>
          <ac:spMkLst>
            <pc:docMk/>
            <pc:sldMk cId="2698811885" sldId="270"/>
            <ac:spMk id="1215" creationId="{6F777D0A-4DD1-A2B5-5CD7-A7E507FC92E0}"/>
          </ac:spMkLst>
        </pc:spChg>
        <pc:spChg chg="add mod">
          <ac:chgData name="Johnson, Randall" userId="ca2a9510-4177-4989-a82b-83511f3dbcf6" providerId="ADAL" clId="{9E56FBCC-9D2B-4AC3-B084-603993C68A6A}" dt="2025-12-31T22:27:17.869" v="2077" actId="1036"/>
          <ac:spMkLst>
            <pc:docMk/>
            <pc:sldMk cId="2698811885" sldId="270"/>
            <ac:spMk id="1216" creationId="{710DB1A6-E749-0730-5A03-227FC72ABDBA}"/>
          </ac:spMkLst>
        </pc:spChg>
        <pc:spChg chg="add mod">
          <ac:chgData name="Johnson, Randall" userId="ca2a9510-4177-4989-a82b-83511f3dbcf6" providerId="ADAL" clId="{9E56FBCC-9D2B-4AC3-B084-603993C68A6A}" dt="2025-12-31T22:16:35.516" v="1641" actId="20577"/>
          <ac:spMkLst>
            <pc:docMk/>
            <pc:sldMk cId="2698811885" sldId="270"/>
            <ac:spMk id="1217" creationId="{DD9E5EE3-DD31-F443-8428-77FBC3CFB4C2}"/>
          </ac:spMkLst>
        </pc:spChg>
        <pc:spChg chg="add del mod topLvl">
          <ac:chgData name="Johnson, Randall" userId="ca2a9510-4177-4989-a82b-83511f3dbcf6" providerId="ADAL" clId="{9E56FBCC-9D2B-4AC3-B084-603993C68A6A}" dt="2025-12-31T22:25:16.154" v="1967" actId="478"/>
          <ac:spMkLst>
            <pc:docMk/>
            <pc:sldMk cId="2698811885" sldId="270"/>
            <ac:spMk id="1218" creationId="{F544E8E2-EC37-2791-A348-8F5039BDB4C5}"/>
          </ac:spMkLst>
        </pc:spChg>
        <pc:spChg chg="add del mod topLvl">
          <ac:chgData name="Johnson, Randall" userId="ca2a9510-4177-4989-a82b-83511f3dbcf6" providerId="ADAL" clId="{9E56FBCC-9D2B-4AC3-B084-603993C68A6A}" dt="2025-12-31T22:25:09.772" v="1965" actId="478"/>
          <ac:spMkLst>
            <pc:docMk/>
            <pc:sldMk cId="2698811885" sldId="270"/>
            <ac:spMk id="1219" creationId="{4F8B7433-2EB3-6624-77D1-FB9C31249217}"/>
          </ac:spMkLst>
        </pc:spChg>
        <pc:spChg chg="add mod">
          <ac:chgData name="Johnson, Randall" userId="ca2a9510-4177-4989-a82b-83511f3dbcf6" providerId="ADAL" clId="{9E56FBCC-9D2B-4AC3-B084-603993C68A6A}" dt="2025-12-31T22:35:29.264" v="2387" actId="164"/>
          <ac:spMkLst>
            <pc:docMk/>
            <pc:sldMk cId="2698811885" sldId="270"/>
            <ac:spMk id="1257" creationId="{882D13EB-EB17-73B1-1D16-B6A54FFF18EE}"/>
          </ac:spMkLst>
        </pc:spChg>
        <pc:spChg chg="add mod">
          <ac:chgData name="Johnson, Randall" userId="ca2a9510-4177-4989-a82b-83511f3dbcf6" providerId="ADAL" clId="{9E56FBCC-9D2B-4AC3-B084-603993C68A6A}" dt="2025-12-31T22:36:01.292" v="2388" actId="164"/>
          <ac:spMkLst>
            <pc:docMk/>
            <pc:sldMk cId="2698811885" sldId="270"/>
            <ac:spMk id="1258" creationId="{80BC0624-160B-5BCE-D06E-400CBDF882FF}"/>
          </ac:spMkLst>
        </pc:spChg>
        <pc:spChg chg="add mod">
          <ac:chgData name="Johnson, Randall" userId="ca2a9510-4177-4989-a82b-83511f3dbcf6" providerId="ADAL" clId="{9E56FBCC-9D2B-4AC3-B084-603993C68A6A}" dt="2025-12-31T22:36:17.464" v="2389" actId="164"/>
          <ac:spMkLst>
            <pc:docMk/>
            <pc:sldMk cId="2698811885" sldId="270"/>
            <ac:spMk id="1259" creationId="{292A801E-1818-55DC-6AAC-473D51684C86}"/>
          </ac:spMkLst>
        </pc:spChg>
        <pc:spChg chg="add mod">
          <ac:chgData name="Johnson, Randall" userId="ca2a9510-4177-4989-a82b-83511f3dbcf6" providerId="ADAL" clId="{9E56FBCC-9D2B-4AC3-B084-603993C68A6A}" dt="2025-12-31T22:34:55.525" v="2384" actId="164"/>
          <ac:spMkLst>
            <pc:docMk/>
            <pc:sldMk cId="2698811885" sldId="270"/>
            <ac:spMk id="1260" creationId="{9F7E57E9-8940-7AA4-5C5F-32BDB651E959}"/>
          </ac:spMkLst>
        </pc:spChg>
        <pc:spChg chg="add mod">
          <ac:chgData name="Johnson, Randall" userId="ca2a9510-4177-4989-a82b-83511f3dbcf6" providerId="ADAL" clId="{9E56FBCC-9D2B-4AC3-B084-603993C68A6A}" dt="2025-12-31T22:36:17.464" v="2389" actId="164"/>
          <ac:spMkLst>
            <pc:docMk/>
            <pc:sldMk cId="2698811885" sldId="270"/>
            <ac:spMk id="1271" creationId="{5F12B9B4-A8ED-4512-B489-8C75E7F31A02}"/>
          </ac:spMkLst>
        </pc:spChg>
        <pc:spChg chg="add mod">
          <ac:chgData name="Johnson, Randall" userId="ca2a9510-4177-4989-a82b-83511f3dbcf6" providerId="ADAL" clId="{9E56FBCC-9D2B-4AC3-B084-603993C68A6A}" dt="2025-12-31T22:36:01.292" v="2388" actId="164"/>
          <ac:spMkLst>
            <pc:docMk/>
            <pc:sldMk cId="2698811885" sldId="270"/>
            <ac:spMk id="1272" creationId="{29E0092B-529F-96CE-A92C-FC00B8A4B2EB}"/>
          </ac:spMkLst>
        </pc:spChg>
        <pc:spChg chg="add mod">
          <ac:chgData name="Johnson, Randall" userId="ca2a9510-4177-4989-a82b-83511f3dbcf6" providerId="ADAL" clId="{9E56FBCC-9D2B-4AC3-B084-603993C68A6A}" dt="2025-12-31T22:35:29.264" v="2387" actId="164"/>
          <ac:spMkLst>
            <pc:docMk/>
            <pc:sldMk cId="2698811885" sldId="270"/>
            <ac:spMk id="1273" creationId="{B35D10E2-0933-FC71-0467-43A8C5EE73C1}"/>
          </ac:spMkLst>
        </pc:spChg>
        <pc:spChg chg="add mod">
          <ac:chgData name="Johnson, Randall" userId="ca2a9510-4177-4989-a82b-83511f3dbcf6" providerId="ADAL" clId="{9E56FBCC-9D2B-4AC3-B084-603993C68A6A}" dt="2025-12-31T22:30:33.410" v="2199"/>
          <ac:spMkLst>
            <pc:docMk/>
            <pc:sldMk cId="2698811885" sldId="270"/>
            <ac:spMk id="1274" creationId="{866DC3CD-C825-7C55-3EDD-875CB7A7F5AD}"/>
          </ac:spMkLst>
        </pc:spChg>
        <pc:spChg chg="add mod">
          <ac:chgData name="Johnson, Randall" userId="ca2a9510-4177-4989-a82b-83511f3dbcf6" providerId="ADAL" clId="{9E56FBCC-9D2B-4AC3-B084-603993C68A6A}" dt="2025-12-31T22:36:17.464" v="2389" actId="164"/>
          <ac:spMkLst>
            <pc:docMk/>
            <pc:sldMk cId="2698811885" sldId="270"/>
            <ac:spMk id="1283" creationId="{E5055C78-AED3-5CDB-8740-4E7FE3CEBEB4}"/>
          </ac:spMkLst>
        </pc:spChg>
        <pc:spChg chg="add mod">
          <ac:chgData name="Johnson, Randall" userId="ca2a9510-4177-4989-a82b-83511f3dbcf6" providerId="ADAL" clId="{9E56FBCC-9D2B-4AC3-B084-603993C68A6A}" dt="2025-12-31T22:36:01.292" v="2388" actId="164"/>
          <ac:spMkLst>
            <pc:docMk/>
            <pc:sldMk cId="2698811885" sldId="270"/>
            <ac:spMk id="1286" creationId="{63292587-8224-1AB6-673F-49488F3AEFA1}"/>
          </ac:spMkLst>
        </pc:spChg>
        <pc:spChg chg="add mod">
          <ac:chgData name="Johnson, Randall" userId="ca2a9510-4177-4989-a82b-83511f3dbcf6" providerId="ADAL" clId="{9E56FBCC-9D2B-4AC3-B084-603993C68A6A}" dt="2025-12-31T22:35:29.264" v="2387" actId="164"/>
          <ac:spMkLst>
            <pc:docMk/>
            <pc:sldMk cId="2698811885" sldId="270"/>
            <ac:spMk id="1289" creationId="{27CBF51A-DB89-5178-5A80-8A5D0B663906}"/>
          </ac:spMkLst>
        </pc:spChg>
        <pc:spChg chg="add del mod">
          <ac:chgData name="Johnson, Randall" userId="ca2a9510-4177-4989-a82b-83511f3dbcf6" providerId="ADAL" clId="{9E56FBCC-9D2B-4AC3-B084-603993C68A6A}" dt="2025-12-31T22:37:39.926" v="2423" actId="478"/>
          <ac:spMkLst>
            <pc:docMk/>
            <pc:sldMk cId="2698811885" sldId="270"/>
            <ac:spMk id="1297" creationId="{BA476591-D34D-B732-3FA7-C2DE35B478B1}"/>
          </ac:spMkLst>
        </pc:spChg>
        <pc:grpChg chg="del">
          <ac:chgData name="Johnson, Randall" userId="ca2a9510-4177-4989-a82b-83511f3dbcf6" providerId="ADAL" clId="{9E56FBCC-9D2B-4AC3-B084-603993C68A6A}" dt="2025-12-31T21:41:10.090" v="1056" actId="478"/>
          <ac:grpSpMkLst>
            <pc:docMk/>
            <pc:sldMk cId="2698811885" sldId="270"/>
            <ac:grpSpMk id="23" creationId="{35851461-1390-28A8-6144-223646B8BBB2}"/>
          </ac:grpSpMkLst>
        </pc:grpChg>
        <pc:grpChg chg="del">
          <ac:chgData name="Johnson, Randall" userId="ca2a9510-4177-4989-a82b-83511f3dbcf6" providerId="ADAL" clId="{9E56FBCC-9D2B-4AC3-B084-603993C68A6A}" dt="2025-12-31T21:41:32.339" v="1060" actId="478"/>
          <ac:grpSpMkLst>
            <pc:docMk/>
            <pc:sldMk cId="2698811885" sldId="270"/>
            <ac:grpSpMk id="28" creationId="{9DEE36D3-40DE-13D7-B812-7661DF442CA7}"/>
          </ac:grpSpMkLst>
        </pc:grpChg>
        <pc:grpChg chg="add del mod">
          <ac:chgData name="Johnson, Randall" userId="ca2a9510-4177-4989-a82b-83511f3dbcf6" providerId="ADAL" clId="{9E56FBCC-9D2B-4AC3-B084-603993C68A6A}" dt="2025-12-31T21:44:53.511" v="1088" actId="165"/>
          <ac:grpSpMkLst>
            <pc:docMk/>
            <pc:sldMk cId="2698811885" sldId="270"/>
            <ac:grpSpMk id="38" creationId="{79B44A2C-7F2E-51D5-DF9E-17CC8F580493}"/>
          </ac:grpSpMkLst>
        </pc:grpChg>
        <pc:grpChg chg="add del mod">
          <ac:chgData name="Johnson, Randall" userId="ca2a9510-4177-4989-a82b-83511f3dbcf6" providerId="ADAL" clId="{9E56FBCC-9D2B-4AC3-B084-603993C68A6A}" dt="2025-12-31T21:46:28.279" v="1107" actId="165"/>
          <ac:grpSpMkLst>
            <pc:docMk/>
            <pc:sldMk cId="2698811885" sldId="270"/>
            <ac:grpSpMk id="54" creationId="{6ACFE119-7FBF-E2AE-7573-F5A5AA295F2D}"/>
          </ac:grpSpMkLst>
        </pc:grpChg>
        <pc:grpChg chg="add del mod">
          <ac:chgData name="Johnson, Randall" userId="ca2a9510-4177-4989-a82b-83511f3dbcf6" providerId="ADAL" clId="{9E56FBCC-9D2B-4AC3-B084-603993C68A6A}" dt="2025-12-31T21:51:11.658" v="1191" actId="478"/>
          <ac:grpSpMkLst>
            <pc:docMk/>
            <pc:sldMk cId="2698811885" sldId="270"/>
            <ac:grpSpMk id="55" creationId="{B4C21F87-E36B-3DBC-9C94-20AEAFD15CA3}"/>
          </ac:grpSpMkLst>
        </pc:grpChg>
        <pc:grpChg chg="add del mod">
          <ac:chgData name="Johnson, Randall" userId="ca2a9510-4177-4989-a82b-83511f3dbcf6" providerId="ADAL" clId="{9E56FBCC-9D2B-4AC3-B084-603993C68A6A}" dt="2025-12-31T21:51:15.020" v="1193" actId="478"/>
          <ac:grpSpMkLst>
            <pc:docMk/>
            <pc:sldMk cId="2698811885" sldId="270"/>
            <ac:grpSpMk id="1050" creationId="{56890CB3-9E49-E34D-93F8-67A10BBEA259}"/>
          </ac:grpSpMkLst>
        </pc:grpChg>
        <pc:grpChg chg="add del mod">
          <ac:chgData name="Johnson, Randall" userId="ca2a9510-4177-4989-a82b-83511f3dbcf6" providerId="ADAL" clId="{9E56FBCC-9D2B-4AC3-B084-603993C68A6A}" dt="2025-12-31T21:51:13.149" v="1192" actId="478"/>
          <ac:grpSpMkLst>
            <pc:docMk/>
            <pc:sldMk cId="2698811885" sldId="270"/>
            <ac:grpSpMk id="1066" creationId="{88D0E8E5-FA80-E5B8-6ACE-7E317B722E00}"/>
          </ac:grpSpMkLst>
        </pc:grpChg>
        <pc:grpChg chg="add del mod">
          <ac:chgData name="Johnson, Randall" userId="ca2a9510-4177-4989-a82b-83511f3dbcf6" providerId="ADAL" clId="{9E56FBCC-9D2B-4AC3-B084-603993C68A6A}" dt="2025-12-31T21:53:00.335" v="1219" actId="165"/>
          <ac:grpSpMkLst>
            <pc:docMk/>
            <pc:sldMk cId="2698811885" sldId="270"/>
            <ac:grpSpMk id="1082" creationId="{859311C0-F435-31A7-A216-F7A9C0CC25A7}"/>
          </ac:grpSpMkLst>
        </pc:grpChg>
        <pc:grpChg chg="add del mod">
          <ac:chgData name="Johnson, Randall" userId="ca2a9510-4177-4989-a82b-83511f3dbcf6" providerId="ADAL" clId="{9E56FBCC-9D2B-4AC3-B084-603993C68A6A}" dt="2025-12-31T21:52:43.284" v="1217" actId="165"/>
          <ac:grpSpMkLst>
            <pc:docMk/>
            <pc:sldMk cId="2698811885" sldId="270"/>
            <ac:grpSpMk id="1083" creationId="{12170540-433B-B665-A2D6-622E494FE8B0}"/>
          </ac:grpSpMkLst>
        </pc:grpChg>
        <pc:grpChg chg="add del mod">
          <ac:chgData name="Johnson, Randall" userId="ca2a9510-4177-4989-a82b-83511f3dbcf6" providerId="ADAL" clId="{9E56FBCC-9D2B-4AC3-B084-603993C68A6A}" dt="2025-12-31T21:53:40.373" v="1228" actId="165"/>
          <ac:grpSpMkLst>
            <pc:docMk/>
            <pc:sldMk cId="2698811885" sldId="270"/>
            <ac:grpSpMk id="1108" creationId="{B2D20E99-18AE-C801-85D0-805C9A426809}"/>
          </ac:grpSpMkLst>
        </pc:grpChg>
        <pc:grpChg chg="add del mod">
          <ac:chgData name="Johnson, Randall" userId="ca2a9510-4177-4989-a82b-83511f3dbcf6" providerId="ADAL" clId="{9E56FBCC-9D2B-4AC3-B084-603993C68A6A}" dt="2025-12-31T21:54:01.941" v="1232" actId="165"/>
          <ac:grpSpMkLst>
            <pc:docMk/>
            <pc:sldMk cId="2698811885" sldId="270"/>
            <ac:grpSpMk id="1121" creationId="{F661A613-30E4-E444-DAB1-BE5A3CFB50E5}"/>
          </ac:grpSpMkLst>
        </pc:grpChg>
        <pc:grpChg chg="mod">
          <ac:chgData name="Johnson, Randall" userId="ca2a9510-4177-4989-a82b-83511f3dbcf6" providerId="ADAL" clId="{9E56FBCC-9D2B-4AC3-B084-603993C68A6A}" dt="2025-12-31T22:19:58.314" v="1735" actId="1076"/>
          <ac:grpSpMkLst>
            <pc:docMk/>
            <pc:sldMk cId="2698811885" sldId="270"/>
            <ac:grpSpMk id="1248" creationId="{AAA28602-C6E4-0DC2-DDE0-EA2B791D632E}"/>
          </ac:grpSpMkLst>
        </pc:grpChg>
        <pc:grpChg chg="mod">
          <ac:chgData name="Johnson, Randall" userId="ca2a9510-4177-4989-a82b-83511f3dbcf6" providerId="ADAL" clId="{9E56FBCC-9D2B-4AC3-B084-603993C68A6A}" dt="2025-12-31T22:36:01.292" v="2388" actId="164"/>
          <ac:grpSpMkLst>
            <pc:docMk/>
            <pc:sldMk cId="2698811885" sldId="270"/>
            <ac:grpSpMk id="1249" creationId="{0D7FDA21-B4D7-6C19-6731-3558899484CA}"/>
          </ac:grpSpMkLst>
        </pc:grpChg>
        <pc:grpChg chg="add del mod">
          <ac:chgData name="Johnson, Randall" userId="ca2a9510-4177-4989-a82b-83511f3dbcf6" providerId="ADAL" clId="{9E56FBCC-9D2B-4AC3-B084-603993C68A6A}" dt="2025-12-31T22:34:45.592" v="2383" actId="165"/>
          <ac:grpSpMkLst>
            <pc:docMk/>
            <pc:sldMk cId="2698811885" sldId="270"/>
            <ac:grpSpMk id="1250" creationId="{D2DD8A2B-007D-5F17-E58E-1764FCB7A893}"/>
          </ac:grpSpMkLst>
        </pc:grpChg>
        <pc:grpChg chg="mod">
          <ac:chgData name="Johnson, Randall" userId="ca2a9510-4177-4989-a82b-83511f3dbcf6" providerId="ADAL" clId="{9E56FBCC-9D2B-4AC3-B084-603993C68A6A}" dt="2025-12-31T22:23:55.718" v="1875" actId="1036"/>
          <ac:grpSpMkLst>
            <pc:docMk/>
            <pc:sldMk cId="2698811885" sldId="270"/>
            <ac:grpSpMk id="1251" creationId="{31C1864F-2097-2A42-562C-666C498833FB}"/>
          </ac:grpSpMkLst>
        </pc:grpChg>
        <pc:grpChg chg="add mod">
          <ac:chgData name="Johnson, Randall" userId="ca2a9510-4177-4989-a82b-83511f3dbcf6" providerId="ADAL" clId="{9E56FBCC-9D2B-4AC3-B084-603993C68A6A}" dt="2025-12-31T22:19:48.352" v="1732" actId="14100"/>
          <ac:grpSpMkLst>
            <pc:docMk/>
            <pc:sldMk cId="2698811885" sldId="270"/>
            <ac:grpSpMk id="1253" creationId="{2FED6CEE-8BF2-56C7-11FD-FC5AF00E5A85}"/>
          </ac:grpSpMkLst>
        </pc:grpChg>
        <pc:grpChg chg="add mod">
          <ac:chgData name="Johnson, Randall" userId="ca2a9510-4177-4989-a82b-83511f3dbcf6" providerId="ADAL" clId="{9E56FBCC-9D2B-4AC3-B084-603993C68A6A}" dt="2025-12-31T22:36:17.464" v="2389" actId="164"/>
          <ac:grpSpMkLst>
            <pc:docMk/>
            <pc:sldMk cId="2698811885" sldId="270"/>
            <ac:grpSpMk id="1261" creationId="{F4B56F07-EE0B-2726-93CC-C58EF2E17BDA}"/>
          </ac:grpSpMkLst>
        </pc:grpChg>
        <pc:grpChg chg="add mod">
          <ac:chgData name="Johnson, Randall" userId="ca2a9510-4177-4989-a82b-83511f3dbcf6" providerId="ADAL" clId="{9E56FBCC-9D2B-4AC3-B084-603993C68A6A}" dt="2025-12-31T22:34:55.525" v="2384" actId="164"/>
          <ac:grpSpMkLst>
            <pc:docMk/>
            <pc:sldMk cId="2698811885" sldId="270"/>
            <ac:grpSpMk id="1292" creationId="{6BC1C295-1238-C99B-1FA3-6B7719C9C456}"/>
          </ac:grpSpMkLst>
        </pc:grpChg>
        <pc:grpChg chg="mod">
          <ac:chgData name="Johnson, Randall" userId="ca2a9510-4177-4989-a82b-83511f3dbcf6" providerId="ADAL" clId="{9E56FBCC-9D2B-4AC3-B084-603993C68A6A}" dt="2025-12-31T22:35:29.264" v="2387" actId="164"/>
          <ac:grpSpMkLst>
            <pc:docMk/>
            <pc:sldMk cId="2698811885" sldId="270"/>
            <ac:grpSpMk id="1293" creationId="{450DEB05-CDB7-B020-D2E8-D8273B253D6B}"/>
          </ac:grpSpMkLst>
        </pc:grpChg>
        <pc:grpChg chg="add mod">
          <ac:chgData name="Johnson, Randall" userId="ca2a9510-4177-4989-a82b-83511f3dbcf6" providerId="ADAL" clId="{9E56FBCC-9D2B-4AC3-B084-603993C68A6A}" dt="2025-12-31T22:35:29.264" v="2387" actId="164"/>
          <ac:grpSpMkLst>
            <pc:docMk/>
            <pc:sldMk cId="2698811885" sldId="270"/>
            <ac:grpSpMk id="1294" creationId="{0E543DE1-5BDB-A1BE-3A10-AE361EFB9B8F}"/>
          </ac:grpSpMkLst>
        </pc:grpChg>
        <pc:grpChg chg="add mod">
          <ac:chgData name="Johnson, Randall" userId="ca2a9510-4177-4989-a82b-83511f3dbcf6" providerId="ADAL" clId="{9E56FBCC-9D2B-4AC3-B084-603993C68A6A}" dt="2025-12-31T22:36:01.292" v="2388" actId="164"/>
          <ac:grpSpMkLst>
            <pc:docMk/>
            <pc:sldMk cId="2698811885" sldId="270"/>
            <ac:grpSpMk id="1295" creationId="{F244D4F9-FD4F-81AC-3BDE-7F2B0B447E02}"/>
          </ac:grpSpMkLst>
        </pc:grpChg>
        <pc:grpChg chg="add mod">
          <ac:chgData name="Johnson, Randall" userId="ca2a9510-4177-4989-a82b-83511f3dbcf6" providerId="ADAL" clId="{9E56FBCC-9D2B-4AC3-B084-603993C68A6A}" dt="2025-12-31T22:36:17.464" v="2389" actId="164"/>
          <ac:grpSpMkLst>
            <pc:docMk/>
            <pc:sldMk cId="2698811885" sldId="270"/>
            <ac:grpSpMk id="1296" creationId="{1C0DBEF5-B89F-499D-E6A2-FD5324F364F2}"/>
          </ac:grpSpMkLst>
        </pc:grpChg>
        <pc:picChg chg="add del mod">
          <ac:chgData name="Johnson, Randall" userId="ca2a9510-4177-4989-a82b-83511f3dbcf6" providerId="ADAL" clId="{9E56FBCC-9D2B-4AC3-B084-603993C68A6A}" dt="2025-12-31T21:52:00.208" v="1204" actId="478"/>
          <ac:picMkLst>
            <pc:docMk/>
            <pc:sldMk cId="2698811885" sldId="270"/>
            <ac:picMk id="2" creationId="{F3D77AB3-7E06-6D9E-E3A7-D535358D33D6}"/>
          </ac:picMkLst>
        </pc:picChg>
        <pc:picChg chg="add del mod">
          <ac:chgData name="Johnson, Randall" userId="ca2a9510-4177-4989-a82b-83511f3dbcf6" providerId="ADAL" clId="{9E56FBCC-9D2B-4AC3-B084-603993C68A6A}" dt="2025-12-31T21:51:57.885" v="1203" actId="478"/>
          <ac:picMkLst>
            <pc:docMk/>
            <pc:sldMk cId="2698811885" sldId="270"/>
            <ac:picMk id="35" creationId="{3C289969-C510-2834-3097-E65F47CE26C0}"/>
          </ac:picMkLst>
        </pc:picChg>
        <pc:picChg chg="add del mod">
          <ac:chgData name="Johnson, Randall" userId="ca2a9510-4177-4989-a82b-83511f3dbcf6" providerId="ADAL" clId="{9E56FBCC-9D2B-4AC3-B084-603993C68A6A}" dt="2025-12-31T21:52:02.421" v="1205" actId="478"/>
          <ac:picMkLst>
            <pc:docMk/>
            <pc:sldMk cId="2698811885" sldId="270"/>
            <ac:picMk id="36" creationId="{A6E5A8E8-CA95-6CC3-9FCC-0F592B8FFD4E}"/>
          </ac:picMkLst>
        </pc:picChg>
        <pc:picChg chg="add del mod">
          <ac:chgData name="Johnson, Randall" userId="ca2a9510-4177-4989-a82b-83511f3dbcf6" providerId="ADAL" clId="{9E56FBCC-9D2B-4AC3-B084-603993C68A6A}" dt="2025-12-31T21:52:14.575" v="1208" actId="478"/>
          <ac:picMkLst>
            <pc:docMk/>
            <pc:sldMk cId="2698811885" sldId="270"/>
            <ac:picMk id="37" creationId="{953AA712-52F9-7655-73BC-8C24A110D231}"/>
          </ac:picMkLst>
        </pc:picChg>
        <pc:picChg chg="del">
          <ac:chgData name="Johnson, Randall" userId="ca2a9510-4177-4989-a82b-83511f3dbcf6" providerId="ADAL" clId="{9E56FBCC-9D2B-4AC3-B084-603993C68A6A}" dt="2025-12-31T21:41:32.339" v="1060" actId="478"/>
          <ac:picMkLst>
            <pc:docMk/>
            <pc:sldMk cId="2698811885" sldId="270"/>
            <ac:picMk id="1026" creationId="{605C7480-777E-2A89-E2FA-2061682F29F8}"/>
          </ac:picMkLst>
        </pc:picChg>
        <pc:picChg chg="mod">
          <ac:chgData name="Johnson, Randall" userId="ca2a9510-4177-4989-a82b-83511f3dbcf6" providerId="ADAL" clId="{9E56FBCC-9D2B-4AC3-B084-603993C68A6A}" dt="2025-12-31T22:36:26.228" v="2419" actId="1037"/>
          <ac:picMkLst>
            <pc:docMk/>
            <pc:sldMk cId="2698811885" sldId="270"/>
            <ac:picMk id="1034" creationId="{283F4CE3-AB37-2296-FDA0-0687E538CC19}"/>
          </ac:picMkLst>
        </pc:picChg>
        <pc:picChg chg="del">
          <ac:chgData name="Johnson, Randall" userId="ca2a9510-4177-4989-a82b-83511f3dbcf6" providerId="ADAL" clId="{9E56FBCC-9D2B-4AC3-B084-603993C68A6A}" dt="2025-12-31T21:41:32.339" v="1060" actId="478"/>
          <ac:picMkLst>
            <pc:docMk/>
            <pc:sldMk cId="2698811885" sldId="270"/>
            <ac:picMk id="1087" creationId="{D810AD3F-75C7-5B4E-82AF-582688DB576F}"/>
          </ac:picMkLst>
        </pc:picChg>
        <pc:picChg chg="add mod">
          <ac:chgData name="Johnson, Randall" userId="ca2a9510-4177-4989-a82b-83511f3dbcf6" providerId="ADAL" clId="{9E56FBCC-9D2B-4AC3-B084-603993C68A6A}" dt="2025-12-31T22:24:03.544" v="1905" actId="1038"/>
          <ac:picMkLst>
            <pc:docMk/>
            <pc:sldMk cId="2698811885" sldId="270"/>
            <ac:picMk id="1252" creationId="{62955096-DCF5-14FF-E110-3972098F915A}"/>
          </ac:picMkLst>
        </pc:picChg>
        <pc:picChg chg="add mod">
          <ac:chgData name="Johnson, Randall" userId="ca2a9510-4177-4989-a82b-83511f3dbcf6" providerId="ADAL" clId="{9E56FBCC-9D2B-4AC3-B084-603993C68A6A}" dt="2025-12-31T22:24:00.799" v="1898" actId="1038"/>
          <ac:picMkLst>
            <pc:docMk/>
            <pc:sldMk cId="2698811885" sldId="270"/>
            <ac:picMk id="1254" creationId="{F782B43C-30E5-9ADC-4F48-3C93A06A20B5}"/>
          </ac:picMkLst>
        </pc:picChg>
        <pc:picChg chg="add mod">
          <ac:chgData name="Johnson, Randall" userId="ca2a9510-4177-4989-a82b-83511f3dbcf6" providerId="ADAL" clId="{9E56FBCC-9D2B-4AC3-B084-603993C68A6A}" dt="2025-12-31T22:26:15.186" v="2047" actId="1076"/>
          <ac:picMkLst>
            <pc:docMk/>
            <pc:sldMk cId="2698811885" sldId="270"/>
            <ac:picMk id="1255" creationId="{FFE62E6B-C89A-9B49-D645-AC29EA56AC89}"/>
          </ac:picMkLst>
        </pc:picChg>
        <pc:picChg chg="add mod">
          <ac:chgData name="Johnson, Randall" userId="ca2a9510-4177-4989-a82b-83511f3dbcf6" providerId="ADAL" clId="{9E56FBCC-9D2B-4AC3-B084-603993C68A6A}" dt="2025-12-31T22:27:45.743" v="2168" actId="1037"/>
          <ac:picMkLst>
            <pc:docMk/>
            <pc:sldMk cId="2698811885" sldId="270"/>
            <ac:picMk id="1256" creationId="{26BC2975-B5C5-161C-D6A1-7DF34C579706}"/>
          </ac:picMkLst>
        </pc:picChg>
        <pc:cxnChg chg="mod">
          <ac:chgData name="Johnson, Randall" userId="ca2a9510-4177-4989-a82b-83511f3dbcf6" providerId="ADAL" clId="{9E56FBCC-9D2B-4AC3-B084-603993C68A6A}" dt="2025-12-31T21:41:10.090" v="1056" actId="478"/>
          <ac:cxnSpMkLst>
            <pc:docMk/>
            <pc:sldMk cId="2698811885" sldId="270"/>
            <ac:cxnSpMk id="32" creationId="{146AB57E-6F45-5E3D-2883-390F7884CA78}"/>
          </ac:cxnSpMkLst>
        </pc:cxnChg>
        <pc:cxnChg chg="mod">
          <ac:chgData name="Johnson, Randall" userId="ca2a9510-4177-4989-a82b-83511f3dbcf6" providerId="ADAL" clId="{9E56FBCC-9D2B-4AC3-B084-603993C68A6A}" dt="2025-12-31T21:41:10.090" v="1056" actId="478"/>
          <ac:cxnSpMkLst>
            <pc:docMk/>
            <pc:sldMk cId="2698811885" sldId="270"/>
            <ac:cxnSpMk id="34" creationId="{FB1B9D6C-A69A-091E-6EE2-6A8E6487C7A1}"/>
          </ac:cxnSpMkLst>
        </pc:cxnChg>
        <pc:cxnChg chg="mod">
          <ac:chgData name="Johnson, Randall" userId="ca2a9510-4177-4989-a82b-83511f3dbcf6" providerId="ADAL" clId="{9E56FBCC-9D2B-4AC3-B084-603993C68A6A}" dt="2025-12-31T21:41:10.090" v="1056" actId="478"/>
          <ac:cxnSpMkLst>
            <pc:docMk/>
            <pc:sldMk cId="2698811885" sldId="270"/>
            <ac:cxnSpMk id="44" creationId="{8A63CBBD-C2C2-06EF-7C5A-3262ECCA226E}"/>
          </ac:cxnSpMkLst>
        </pc:cxnChg>
        <pc:cxnChg chg="mod topLvl">
          <ac:chgData name="Johnson, Randall" userId="ca2a9510-4177-4989-a82b-83511f3dbcf6" providerId="ADAL" clId="{9E56FBCC-9D2B-4AC3-B084-603993C68A6A}" dt="2025-12-31T21:53:00.335" v="1219" actId="165"/>
          <ac:cxnSpMkLst>
            <pc:docMk/>
            <pc:sldMk cId="2698811885" sldId="270"/>
            <ac:cxnSpMk id="45" creationId="{C7B71B22-A51E-583E-D230-CD2CD6B31319}"/>
          </ac:cxnSpMkLst>
        </pc:cxnChg>
        <pc:cxnChg chg="mod">
          <ac:chgData name="Johnson, Randall" userId="ca2a9510-4177-4989-a82b-83511f3dbcf6" providerId="ADAL" clId="{9E56FBCC-9D2B-4AC3-B084-603993C68A6A}" dt="2025-12-31T21:49:39.978" v="1173" actId="1037"/>
          <ac:cxnSpMkLst>
            <pc:docMk/>
            <pc:sldMk cId="2698811885" sldId="270"/>
            <ac:cxnSpMk id="46" creationId="{030042B6-55CD-54F9-B561-3A490FEA3301}"/>
          </ac:cxnSpMkLst>
        </pc:cxnChg>
        <pc:cxnChg chg="mod topLvl">
          <ac:chgData name="Johnson, Randall" userId="ca2a9510-4177-4989-a82b-83511f3dbcf6" providerId="ADAL" clId="{9E56FBCC-9D2B-4AC3-B084-603993C68A6A}" dt="2025-12-31T21:52:22.305" v="1211" actId="1076"/>
          <ac:cxnSpMkLst>
            <pc:docMk/>
            <pc:sldMk cId="2698811885" sldId="270"/>
            <ac:cxnSpMk id="47" creationId="{70974E49-C8D0-6A3E-CE8B-956FAC3CAE96}"/>
          </ac:cxnSpMkLst>
        </pc:cxnChg>
        <pc:cxnChg chg="mod topLvl">
          <ac:chgData name="Johnson, Randall" userId="ca2a9510-4177-4989-a82b-83511f3dbcf6" providerId="ADAL" clId="{9E56FBCC-9D2B-4AC3-B084-603993C68A6A}" dt="2025-12-31T21:53:00.335" v="1219" actId="165"/>
          <ac:cxnSpMkLst>
            <pc:docMk/>
            <pc:sldMk cId="2698811885" sldId="270"/>
            <ac:cxnSpMk id="48" creationId="{266EDB36-53C3-78BB-F5C4-5AE802EC0AA7}"/>
          </ac:cxnSpMkLst>
        </pc:cxnChg>
        <pc:cxnChg chg="del mod topLvl">
          <ac:chgData name="Johnson, Randall" userId="ca2a9510-4177-4989-a82b-83511f3dbcf6" providerId="ADAL" clId="{9E56FBCC-9D2B-4AC3-B084-603993C68A6A}" dt="2025-12-31T21:45:06.410" v="1093" actId="478"/>
          <ac:cxnSpMkLst>
            <pc:docMk/>
            <pc:sldMk cId="2698811885" sldId="270"/>
            <ac:cxnSpMk id="51" creationId="{94FA5DB2-6885-AF0F-BB39-572A6E70B1AE}"/>
          </ac:cxnSpMkLst>
        </pc:cxnChg>
        <pc:cxnChg chg="del mod">
          <ac:chgData name="Johnson, Randall" userId="ca2a9510-4177-4989-a82b-83511f3dbcf6" providerId="ADAL" clId="{9E56FBCC-9D2B-4AC3-B084-603993C68A6A}" dt="2025-12-31T21:44:58.745" v="1090" actId="478"/>
          <ac:cxnSpMkLst>
            <pc:docMk/>
            <pc:sldMk cId="2698811885" sldId="270"/>
            <ac:cxnSpMk id="52" creationId="{45CB76F5-5E15-B3A4-F545-E695902DAFD0}"/>
          </ac:cxnSpMkLst>
        </pc:cxnChg>
        <pc:cxnChg chg="mod topLvl">
          <ac:chgData name="Johnson, Randall" userId="ca2a9510-4177-4989-a82b-83511f3dbcf6" providerId="ADAL" clId="{9E56FBCC-9D2B-4AC3-B084-603993C68A6A}" dt="2025-12-31T21:46:28.279" v="1107" actId="165"/>
          <ac:cxnSpMkLst>
            <pc:docMk/>
            <pc:sldMk cId="2698811885" sldId="270"/>
            <ac:cxnSpMk id="53" creationId="{5D9702C7-D280-64E9-7F69-3C83FA6AE6C8}"/>
          </ac:cxnSpMkLst>
        </pc:cxnChg>
        <pc:cxnChg chg="mod">
          <ac:chgData name="Johnson, Randall" userId="ca2a9510-4177-4989-a82b-83511f3dbcf6" providerId="ADAL" clId="{9E56FBCC-9D2B-4AC3-B084-603993C68A6A}" dt="2025-12-31T21:51:11.658" v="1191" actId="478"/>
          <ac:cxnSpMkLst>
            <pc:docMk/>
            <pc:sldMk cId="2698811885" sldId="270"/>
            <ac:cxnSpMk id="62" creationId="{4A80DD80-0B56-C768-F446-34D36B2B7CFE}"/>
          </ac:cxnSpMkLst>
        </pc:cxnChg>
        <pc:cxnChg chg="mod">
          <ac:chgData name="Johnson, Randall" userId="ca2a9510-4177-4989-a82b-83511f3dbcf6" providerId="ADAL" clId="{9E56FBCC-9D2B-4AC3-B084-603993C68A6A}" dt="2025-12-31T21:51:11.658" v="1191" actId="478"/>
          <ac:cxnSpMkLst>
            <pc:docMk/>
            <pc:sldMk cId="2698811885" sldId="270"/>
            <ac:cxnSpMk id="63" creationId="{48935045-B87F-0B3C-3FD5-7E3D402B6B73}"/>
          </ac:cxnSpMkLst>
        </pc:cxnChg>
        <pc:cxnChg chg="mod">
          <ac:chgData name="Johnson, Randall" userId="ca2a9510-4177-4989-a82b-83511f3dbcf6" providerId="ADAL" clId="{9E56FBCC-9D2B-4AC3-B084-603993C68A6A}" dt="2025-12-31T21:51:11.658" v="1191" actId="478"/>
          <ac:cxnSpMkLst>
            <pc:docMk/>
            <pc:sldMk cId="2698811885" sldId="270"/>
            <ac:cxnSpMk id="1024" creationId="{21445B07-2876-6131-AE59-514425001ADB}"/>
          </ac:cxnSpMkLst>
        </pc:cxnChg>
        <pc:cxnChg chg="mod">
          <ac:chgData name="Johnson, Randall" userId="ca2a9510-4177-4989-a82b-83511f3dbcf6" providerId="ADAL" clId="{9E56FBCC-9D2B-4AC3-B084-603993C68A6A}" dt="2025-12-31T21:51:11.658" v="1191" actId="478"/>
          <ac:cxnSpMkLst>
            <pc:docMk/>
            <pc:sldMk cId="2698811885" sldId="270"/>
            <ac:cxnSpMk id="1025" creationId="{F610D739-56C9-38BC-BDC5-681762BBF4A3}"/>
          </ac:cxnSpMkLst>
        </pc:cxnChg>
        <pc:cxnChg chg="mod">
          <ac:chgData name="Johnson, Randall" userId="ca2a9510-4177-4989-a82b-83511f3dbcf6" providerId="ADAL" clId="{9E56FBCC-9D2B-4AC3-B084-603993C68A6A}" dt="2025-12-31T21:51:11.658" v="1191" actId="478"/>
          <ac:cxnSpMkLst>
            <pc:docMk/>
            <pc:sldMk cId="2698811885" sldId="270"/>
            <ac:cxnSpMk id="1027" creationId="{CCDCC4BD-4EA3-E504-02F4-C3260EBC44BB}"/>
          </ac:cxnSpMkLst>
        </pc:cxnChg>
        <pc:cxnChg chg="mod">
          <ac:chgData name="Johnson, Randall" userId="ca2a9510-4177-4989-a82b-83511f3dbcf6" providerId="ADAL" clId="{9E56FBCC-9D2B-4AC3-B084-603993C68A6A}" dt="2025-12-31T21:41:10.090" v="1056" actId="478"/>
          <ac:cxnSpMkLst>
            <pc:docMk/>
            <pc:sldMk cId="2698811885" sldId="270"/>
            <ac:cxnSpMk id="1033" creationId="{C4FDBEB7-5472-80E2-8F28-9ECD78D85E5C}"/>
          </ac:cxnSpMkLst>
        </pc:cxnChg>
        <pc:cxnChg chg="mod">
          <ac:chgData name="Johnson, Randall" userId="ca2a9510-4177-4989-a82b-83511f3dbcf6" providerId="ADAL" clId="{9E56FBCC-9D2B-4AC3-B084-603993C68A6A}" dt="2025-12-31T21:41:10.090" v="1056" actId="478"/>
          <ac:cxnSpMkLst>
            <pc:docMk/>
            <pc:sldMk cId="2698811885" sldId="270"/>
            <ac:cxnSpMk id="1041" creationId="{BB736C2B-7FCB-4424-BD8C-A633D84F4D46}"/>
          </ac:cxnSpMkLst>
        </pc:cxnChg>
        <pc:cxnChg chg="mod">
          <ac:chgData name="Johnson, Randall" userId="ca2a9510-4177-4989-a82b-83511f3dbcf6" providerId="ADAL" clId="{9E56FBCC-9D2B-4AC3-B084-603993C68A6A}" dt="2025-12-31T21:41:10.090" v="1056" actId="478"/>
          <ac:cxnSpMkLst>
            <pc:docMk/>
            <pc:sldMk cId="2698811885" sldId="270"/>
            <ac:cxnSpMk id="1044" creationId="{D7E9643A-0178-1B76-7CE9-64CCB8F01E13}"/>
          </ac:cxnSpMkLst>
        </pc:cxnChg>
        <pc:cxnChg chg="mod">
          <ac:chgData name="Johnson, Randall" userId="ca2a9510-4177-4989-a82b-83511f3dbcf6" providerId="ADAL" clId="{9E56FBCC-9D2B-4AC3-B084-603993C68A6A}" dt="2025-12-31T21:41:10.090" v="1056" actId="478"/>
          <ac:cxnSpMkLst>
            <pc:docMk/>
            <pc:sldMk cId="2698811885" sldId="270"/>
            <ac:cxnSpMk id="1047" creationId="{49A0CC4C-CD65-E45C-CE0F-1A40FE82A379}"/>
          </ac:cxnSpMkLst>
        </pc:cxnChg>
        <pc:cxnChg chg="mod">
          <ac:chgData name="Johnson, Randall" userId="ca2a9510-4177-4989-a82b-83511f3dbcf6" providerId="ADAL" clId="{9E56FBCC-9D2B-4AC3-B084-603993C68A6A}" dt="2025-12-31T21:41:10.090" v="1056" actId="478"/>
          <ac:cxnSpMkLst>
            <pc:docMk/>
            <pc:sldMk cId="2698811885" sldId="270"/>
            <ac:cxnSpMk id="1051" creationId="{5C58A08B-4510-D70F-2D58-3F85BF9775B7}"/>
          </ac:cxnSpMkLst>
        </pc:cxnChg>
        <pc:cxnChg chg="del mod">
          <ac:chgData name="Johnson, Randall" userId="ca2a9510-4177-4989-a82b-83511f3dbcf6" providerId="ADAL" clId="{9E56FBCC-9D2B-4AC3-B084-603993C68A6A}" dt="2025-12-31T21:41:08.413" v="1055" actId="478"/>
          <ac:cxnSpMkLst>
            <pc:docMk/>
            <pc:sldMk cId="2698811885" sldId="270"/>
            <ac:cxnSpMk id="1056" creationId="{3F3DBD3B-7EA7-0057-3418-2945B200B7CE}"/>
          </ac:cxnSpMkLst>
        </pc:cxnChg>
        <pc:cxnChg chg="mod">
          <ac:chgData name="Johnson, Randall" userId="ca2a9510-4177-4989-a82b-83511f3dbcf6" providerId="ADAL" clId="{9E56FBCC-9D2B-4AC3-B084-603993C68A6A}" dt="2025-12-31T21:41:10.090" v="1056" actId="478"/>
          <ac:cxnSpMkLst>
            <pc:docMk/>
            <pc:sldMk cId="2698811885" sldId="270"/>
            <ac:cxnSpMk id="1057" creationId="{3F1A866F-CBA4-C61E-FE90-92B1EE0C614A}"/>
          </ac:cxnSpMkLst>
        </pc:cxnChg>
        <pc:cxnChg chg="mod">
          <ac:chgData name="Johnson, Randall" userId="ca2a9510-4177-4989-a82b-83511f3dbcf6" providerId="ADAL" clId="{9E56FBCC-9D2B-4AC3-B084-603993C68A6A}" dt="2025-12-31T21:51:15.020" v="1193" actId="478"/>
          <ac:cxnSpMkLst>
            <pc:docMk/>
            <pc:sldMk cId="2698811885" sldId="270"/>
            <ac:cxnSpMk id="1061" creationId="{BD7C978B-E4F3-B75C-886E-936C923475E1}"/>
          </ac:cxnSpMkLst>
        </pc:cxnChg>
        <pc:cxnChg chg="mod">
          <ac:chgData name="Johnson, Randall" userId="ca2a9510-4177-4989-a82b-83511f3dbcf6" providerId="ADAL" clId="{9E56FBCC-9D2B-4AC3-B084-603993C68A6A}" dt="2025-12-31T21:51:15.020" v="1193" actId="478"/>
          <ac:cxnSpMkLst>
            <pc:docMk/>
            <pc:sldMk cId="2698811885" sldId="270"/>
            <ac:cxnSpMk id="1062" creationId="{44D93FC7-75E7-5ED0-FFB5-5615CFD46813}"/>
          </ac:cxnSpMkLst>
        </pc:cxnChg>
        <pc:cxnChg chg="mod">
          <ac:chgData name="Johnson, Randall" userId="ca2a9510-4177-4989-a82b-83511f3dbcf6" providerId="ADAL" clId="{9E56FBCC-9D2B-4AC3-B084-603993C68A6A}" dt="2025-12-31T21:51:15.020" v="1193" actId="478"/>
          <ac:cxnSpMkLst>
            <pc:docMk/>
            <pc:sldMk cId="2698811885" sldId="270"/>
            <ac:cxnSpMk id="1063" creationId="{3DF685BE-341D-F71F-FE5D-677409E4E41E}"/>
          </ac:cxnSpMkLst>
        </pc:cxnChg>
        <pc:cxnChg chg="mod">
          <ac:chgData name="Johnson, Randall" userId="ca2a9510-4177-4989-a82b-83511f3dbcf6" providerId="ADAL" clId="{9E56FBCC-9D2B-4AC3-B084-603993C68A6A}" dt="2025-12-31T21:51:15.020" v="1193" actId="478"/>
          <ac:cxnSpMkLst>
            <pc:docMk/>
            <pc:sldMk cId="2698811885" sldId="270"/>
            <ac:cxnSpMk id="1064" creationId="{C9E0C8A6-EF7C-503D-464E-83FE1ED3FAD3}"/>
          </ac:cxnSpMkLst>
        </pc:cxnChg>
        <pc:cxnChg chg="mod">
          <ac:chgData name="Johnson, Randall" userId="ca2a9510-4177-4989-a82b-83511f3dbcf6" providerId="ADAL" clId="{9E56FBCC-9D2B-4AC3-B084-603993C68A6A}" dt="2025-12-31T21:51:15.020" v="1193" actId="478"/>
          <ac:cxnSpMkLst>
            <pc:docMk/>
            <pc:sldMk cId="2698811885" sldId="270"/>
            <ac:cxnSpMk id="1065" creationId="{144EF4E6-FF53-72AA-80E5-98A264AB51D6}"/>
          </ac:cxnSpMkLst>
        </pc:cxnChg>
        <pc:cxnChg chg="mod">
          <ac:chgData name="Johnson, Randall" userId="ca2a9510-4177-4989-a82b-83511f3dbcf6" providerId="ADAL" clId="{9E56FBCC-9D2B-4AC3-B084-603993C68A6A}" dt="2025-12-31T21:51:13.149" v="1192" actId="478"/>
          <ac:cxnSpMkLst>
            <pc:docMk/>
            <pc:sldMk cId="2698811885" sldId="270"/>
            <ac:cxnSpMk id="1072" creationId="{68E62039-D115-6AD8-BA83-A9ABCEF97350}"/>
          </ac:cxnSpMkLst>
        </pc:cxnChg>
        <pc:cxnChg chg="mod">
          <ac:chgData name="Johnson, Randall" userId="ca2a9510-4177-4989-a82b-83511f3dbcf6" providerId="ADAL" clId="{9E56FBCC-9D2B-4AC3-B084-603993C68A6A}" dt="2025-12-31T21:51:13.149" v="1192" actId="478"/>
          <ac:cxnSpMkLst>
            <pc:docMk/>
            <pc:sldMk cId="2698811885" sldId="270"/>
            <ac:cxnSpMk id="1073" creationId="{99989951-2866-D139-7298-688CCBB32622}"/>
          </ac:cxnSpMkLst>
        </pc:cxnChg>
        <pc:cxnChg chg="mod">
          <ac:chgData name="Johnson, Randall" userId="ca2a9510-4177-4989-a82b-83511f3dbcf6" providerId="ADAL" clId="{9E56FBCC-9D2B-4AC3-B084-603993C68A6A}" dt="2025-12-31T21:51:13.149" v="1192" actId="478"/>
          <ac:cxnSpMkLst>
            <pc:docMk/>
            <pc:sldMk cId="2698811885" sldId="270"/>
            <ac:cxnSpMk id="1074" creationId="{EC74983D-C643-868A-FB67-12FB2DA55330}"/>
          </ac:cxnSpMkLst>
        </pc:cxnChg>
        <pc:cxnChg chg="mod">
          <ac:chgData name="Johnson, Randall" userId="ca2a9510-4177-4989-a82b-83511f3dbcf6" providerId="ADAL" clId="{9E56FBCC-9D2B-4AC3-B084-603993C68A6A}" dt="2025-12-31T21:51:13.149" v="1192" actId="478"/>
          <ac:cxnSpMkLst>
            <pc:docMk/>
            <pc:sldMk cId="2698811885" sldId="270"/>
            <ac:cxnSpMk id="1075" creationId="{D358CFD5-DB72-3F59-6121-B6D2634A4159}"/>
          </ac:cxnSpMkLst>
        </pc:cxnChg>
        <pc:cxnChg chg="mod">
          <ac:chgData name="Johnson, Randall" userId="ca2a9510-4177-4989-a82b-83511f3dbcf6" providerId="ADAL" clId="{9E56FBCC-9D2B-4AC3-B084-603993C68A6A}" dt="2025-12-31T21:51:13.149" v="1192" actId="478"/>
          <ac:cxnSpMkLst>
            <pc:docMk/>
            <pc:sldMk cId="2698811885" sldId="270"/>
            <ac:cxnSpMk id="1076" creationId="{9130283B-0F03-C9B3-DE64-6F829FCB29EF}"/>
          </ac:cxnSpMkLst>
        </pc:cxnChg>
        <pc:cxnChg chg="add del mod">
          <ac:chgData name="Johnson, Randall" userId="ca2a9510-4177-4989-a82b-83511f3dbcf6" providerId="ADAL" clId="{9E56FBCC-9D2B-4AC3-B084-603993C68A6A}" dt="2025-12-31T21:49:13.403" v="1166" actId="11529"/>
          <ac:cxnSpMkLst>
            <pc:docMk/>
            <pc:sldMk cId="2698811885" sldId="270"/>
            <ac:cxnSpMk id="1079" creationId="{02F768CE-F976-81B4-15E5-EDB412B346A9}"/>
          </ac:cxnSpMkLst>
        </pc:cxnChg>
        <pc:cxnChg chg="add mod topLvl">
          <ac:chgData name="Johnson, Randall" userId="ca2a9510-4177-4989-a82b-83511f3dbcf6" providerId="ADAL" clId="{9E56FBCC-9D2B-4AC3-B084-603993C68A6A}" dt="2025-12-31T21:53:00.335" v="1219" actId="165"/>
          <ac:cxnSpMkLst>
            <pc:docMk/>
            <pc:sldMk cId="2698811885" sldId="270"/>
            <ac:cxnSpMk id="1081" creationId="{D4B8CA05-C0F0-19E6-75C5-7BBE0520F124}"/>
          </ac:cxnSpMkLst>
        </pc:cxnChg>
        <pc:cxnChg chg="del mod">
          <ac:chgData name="Johnson, Randall" userId="ca2a9510-4177-4989-a82b-83511f3dbcf6" providerId="ADAL" clId="{9E56FBCC-9D2B-4AC3-B084-603993C68A6A}" dt="2025-12-31T21:41:15.281" v="1058" actId="478"/>
          <ac:cxnSpMkLst>
            <pc:docMk/>
            <pc:sldMk cId="2698811885" sldId="270"/>
            <ac:cxnSpMk id="1092" creationId="{3D18259E-1B4D-6A8C-F961-BC0A1838F281}"/>
          </ac:cxnSpMkLst>
        </pc:cxnChg>
        <pc:cxnChg chg="del mod">
          <ac:chgData name="Johnson, Randall" userId="ca2a9510-4177-4989-a82b-83511f3dbcf6" providerId="ADAL" clId="{9E56FBCC-9D2B-4AC3-B084-603993C68A6A}" dt="2025-12-31T21:41:15.281" v="1058" actId="478"/>
          <ac:cxnSpMkLst>
            <pc:docMk/>
            <pc:sldMk cId="2698811885" sldId="270"/>
            <ac:cxnSpMk id="1094" creationId="{97E99FEF-218F-95C7-0582-5A706D99C93F}"/>
          </ac:cxnSpMkLst>
        </pc:cxnChg>
        <pc:cxnChg chg="del mod">
          <ac:chgData name="Johnson, Randall" userId="ca2a9510-4177-4989-a82b-83511f3dbcf6" providerId="ADAL" clId="{9E56FBCC-9D2B-4AC3-B084-603993C68A6A}" dt="2025-12-31T21:41:15.281" v="1058" actId="478"/>
          <ac:cxnSpMkLst>
            <pc:docMk/>
            <pc:sldMk cId="2698811885" sldId="270"/>
            <ac:cxnSpMk id="1095" creationId="{D2428233-7434-A86B-01F1-32345BA9DCEC}"/>
          </ac:cxnSpMkLst>
        </pc:cxnChg>
        <pc:cxnChg chg="del mod">
          <ac:chgData name="Johnson, Randall" userId="ca2a9510-4177-4989-a82b-83511f3dbcf6" providerId="ADAL" clId="{9E56FBCC-9D2B-4AC3-B084-603993C68A6A}" dt="2025-12-31T21:41:15.281" v="1058" actId="478"/>
          <ac:cxnSpMkLst>
            <pc:docMk/>
            <pc:sldMk cId="2698811885" sldId="270"/>
            <ac:cxnSpMk id="1097" creationId="{A9B972BC-46F4-05F3-BFB0-36BD309E7BCB}"/>
          </ac:cxnSpMkLst>
        </pc:cxnChg>
        <pc:cxnChg chg="del mod">
          <ac:chgData name="Johnson, Randall" userId="ca2a9510-4177-4989-a82b-83511f3dbcf6" providerId="ADAL" clId="{9E56FBCC-9D2B-4AC3-B084-603993C68A6A}" dt="2025-12-31T21:41:15.281" v="1058" actId="478"/>
          <ac:cxnSpMkLst>
            <pc:docMk/>
            <pc:sldMk cId="2698811885" sldId="270"/>
            <ac:cxnSpMk id="1100" creationId="{FE9480CE-739B-5539-3353-6C5AA3D0C1E0}"/>
          </ac:cxnSpMkLst>
        </pc:cxnChg>
        <pc:cxnChg chg="mod topLvl">
          <ac:chgData name="Johnson, Randall" userId="ca2a9510-4177-4989-a82b-83511f3dbcf6" providerId="ADAL" clId="{9E56FBCC-9D2B-4AC3-B084-603993C68A6A}" dt="2025-12-31T21:52:43.284" v="1217" actId="165"/>
          <ac:cxnSpMkLst>
            <pc:docMk/>
            <pc:sldMk cId="2698811885" sldId="270"/>
            <ac:cxnSpMk id="1101" creationId="{1C6FCF82-2CD2-4279-D271-A2935B85682A}"/>
          </ac:cxnSpMkLst>
        </pc:cxnChg>
        <pc:cxnChg chg="mod topLvl">
          <ac:chgData name="Johnson, Randall" userId="ca2a9510-4177-4989-a82b-83511f3dbcf6" providerId="ADAL" clId="{9E56FBCC-9D2B-4AC3-B084-603993C68A6A}" dt="2025-12-31T22:25:48.741" v="1974" actId="164"/>
          <ac:cxnSpMkLst>
            <pc:docMk/>
            <pc:sldMk cId="2698811885" sldId="270"/>
            <ac:cxnSpMk id="1102" creationId="{C54DC19A-1CD9-49CB-883E-734B77C97BA8}"/>
          </ac:cxnSpMkLst>
        </pc:cxnChg>
        <pc:cxnChg chg="mod topLvl">
          <ac:chgData name="Johnson, Randall" userId="ca2a9510-4177-4989-a82b-83511f3dbcf6" providerId="ADAL" clId="{9E56FBCC-9D2B-4AC3-B084-603993C68A6A}" dt="2025-12-31T22:25:48.741" v="1974" actId="164"/>
          <ac:cxnSpMkLst>
            <pc:docMk/>
            <pc:sldMk cId="2698811885" sldId="270"/>
            <ac:cxnSpMk id="1107" creationId="{89B47571-A613-512F-A0EA-A3B8E0EDA843}"/>
          </ac:cxnSpMkLst>
        </pc:cxnChg>
        <pc:cxnChg chg="mod topLvl">
          <ac:chgData name="Johnson, Randall" userId="ca2a9510-4177-4989-a82b-83511f3dbcf6" providerId="ADAL" clId="{9E56FBCC-9D2B-4AC3-B084-603993C68A6A}" dt="2025-12-31T22:34:55.525" v="2384" actId="164"/>
          <ac:cxnSpMkLst>
            <pc:docMk/>
            <pc:sldMk cId="2698811885" sldId="270"/>
            <ac:cxnSpMk id="1114" creationId="{C351B7DE-07B4-EB90-C039-1E4A197BEB45}"/>
          </ac:cxnSpMkLst>
        </pc:cxnChg>
        <pc:cxnChg chg="del mod">
          <ac:chgData name="Johnson, Randall" userId="ca2a9510-4177-4989-a82b-83511f3dbcf6" providerId="ADAL" clId="{9E56FBCC-9D2B-4AC3-B084-603993C68A6A}" dt="2025-12-31T22:14:52.172" v="1565" actId="478"/>
          <ac:cxnSpMkLst>
            <pc:docMk/>
            <pc:sldMk cId="2698811885" sldId="270"/>
            <ac:cxnSpMk id="1115" creationId="{74F2E5B3-A789-E7CB-9A11-797A534FB0E0}"/>
          </ac:cxnSpMkLst>
        </pc:cxnChg>
        <pc:cxnChg chg="del mod topLvl">
          <ac:chgData name="Johnson, Randall" userId="ca2a9510-4177-4989-a82b-83511f3dbcf6" providerId="ADAL" clId="{9E56FBCC-9D2B-4AC3-B084-603993C68A6A}" dt="2025-12-31T22:14:48.696" v="1563" actId="478"/>
          <ac:cxnSpMkLst>
            <pc:docMk/>
            <pc:sldMk cId="2698811885" sldId="270"/>
            <ac:cxnSpMk id="1116" creationId="{9C09B5EE-ED0A-909A-E8C7-672E0927F1C0}"/>
          </ac:cxnSpMkLst>
        </pc:cxnChg>
        <pc:cxnChg chg="del mod topLvl">
          <ac:chgData name="Johnson, Randall" userId="ca2a9510-4177-4989-a82b-83511f3dbcf6" providerId="ADAL" clId="{9E56FBCC-9D2B-4AC3-B084-603993C68A6A}" dt="2025-12-31T22:14:50.601" v="1564" actId="478"/>
          <ac:cxnSpMkLst>
            <pc:docMk/>
            <pc:sldMk cId="2698811885" sldId="270"/>
            <ac:cxnSpMk id="1117" creationId="{8BBF5625-2B14-4CE0-0246-DA1123679E20}"/>
          </ac:cxnSpMkLst>
        </pc:cxnChg>
        <pc:cxnChg chg="del mod topLvl">
          <ac:chgData name="Johnson, Randall" userId="ca2a9510-4177-4989-a82b-83511f3dbcf6" providerId="ADAL" clId="{9E56FBCC-9D2B-4AC3-B084-603993C68A6A}" dt="2025-12-31T22:15:09.706" v="1613" actId="478"/>
          <ac:cxnSpMkLst>
            <pc:docMk/>
            <pc:sldMk cId="2698811885" sldId="270"/>
            <ac:cxnSpMk id="1118" creationId="{E99DD647-0D43-E28A-2391-3C5F00EF06D0}"/>
          </ac:cxnSpMkLst>
        </pc:cxnChg>
        <pc:cxnChg chg="del mod">
          <ac:chgData name="Johnson, Randall" userId="ca2a9510-4177-4989-a82b-83511f3dbcf6" providerId="ADAL" clId="{9E56FBCC-9D2B-4AC3-B084-603993C68A6A}" dt="2025-12-31T22:14:38.166" v="1560" actId="478"/>
          <ac:cxnSpMkLst>
            <pc:docMk/>
            <pc:sldMk cId="2698811885" sldId="270"/>
            <ac:cxnSpMk id="1120" creationId="{63A9828A-404F-3134-CC64-19C90D30B429}"/>
          </ac:cxnSpMkLst>
        </pc:cxnChg>
        <pc:cxnChg chg="mod topLvl">
          <ac:chgData name="Johnson, Randall" userId="ca2a9510-4177-4989-a82b-83511f3dbcf6" providerId="ADAL" clId="{9E56FBCC-9D2B-4AC3-B084-603993C68A6A}" dt="2025-12-31T21:54:01.941" v="1232" actId="165"/>
          <ac:cxnSpMkLst>
            <pc:docMk/>
            <pc:sldMk cId="2698811885" sldId="270"/>
            <ac:cxnSpMk id="1127" creationId="{C19BE676-F9C6-8C6E-41DE-17D0BF7FD59B}"/>
          </ac:cxnSpMkLst>
        </pc:cxnChg>
        <pc:cxnChg chg="mod topLvl">
          <ac:chgData name="Johnson, Randall" userId="ca2a9510-4177-4989-a82b-83511f3dbcf6" providerId="ADAL" clId="{9E56FBCC-9D2B-4AC3-B084-603993C68A6A}" dt="2025-12-31T21:54:01.941" v="1232" actId="165"/>
          <ac:cxnSpMkLst>
            <pc:docMk/>
            <pc:sldMk cId="2698811885" sldId="270"/>
            <ac:cxnSpMk id="1130" creationId="{6E9C5C23-C8AE-C7E8-0D29-9AEC51184E41}"/>
          </ac:cxnSpMkLst>
        </pc:cxnChg>
        <pc:cxnChg chg="mod">
          <ac:chgData name="Johnson, Randall" userId="ca2a9510-4177-4989-a82b-83511f3dbcf6" providerId="ADAL" clId="{9E56FBCC-9D2B-4AC3-B084-603993C68A6A}" dt="2025-12-31T21:51:50.826" v="1201" actId="1076"/>
          <ac:cxnSpMkLst>
            <pc:docMk/>
            <pc:sldMk cId="2698811885" sldId="270"/>
            <ac:cxnSpMk id="1131" creationId="{8E4860E7-F521-AFC8-16D5-309DC5BFFB37}"/>
          </ac:cxnSpMkLst>
        </pc:cxnChg>
        <pc:cxnChg chg="mod topLvl">
          <ac:chgData name="Johnson, Randall" userId="ca2a9510-4177-4989-a82b-83511f3dbcf6" providerId="ADAL" clId="{9E56FBCC-9D2B-4AC3-B084-603993C68A6A}" dt="2025-12-31T21:54:01.941" v="1232" actId="165"/>
          <ac:cxnSpMkLst>
            <pc:docMk/>
            <pc:sldMk cId="2698811885" sldId="270"/>
            <ac:cxnSpMk id="1133" creationId="{ACB9F2A7-475A-F639-897E-47CC60FE06D8}"/>
          </ac:cxnSpMkLst>
        </pc:cxnChg>
        <pc:cxnChg chg="add mod">
          <ac:chgData name="Johnson, Randall" userId="ca2a9510-4177-4989-a82b-83511f3dbcf6" providerId="ADAL" clId="{9E56FBCC-9D2B-4AC3-B084-603993C68A6A}" dt="2025-12-31T21:53:33.179" v="1227" actId="1035"/>
          <ac:cxnSpMkLst>
            <pc:docMk/>
            <pc:sldMk cId="2698811885" sldId="270"/>
            <ac:cxnSpMk id="1141" creationId="{727078BE-72CD-63EB-817A-5B9993022F5F}"/>
          </ac:cxnSpMkLst>
        </pc:cxnChg>
        <pc:cxnChg chg="add">
          <ac:chgData name="Johnson, Randall" userId="ca2a9510-4177-4989-a82b-83511f3dbcf6" providerId="ADAL" clId="{9E56FBCC-9D2B-4AC3-B084-603993C68A6A}" dt="2025-12-31T21:55:14.028" v="1249" actId="11529"/>
          <ac:cxnSpMkLst>
            <pc:docMk/>
            <pc:sldMk cId="2698811885" sldId="270"/>
            <ac:cxnSpMk id="1144" creationId="{65D6BA81-167F-5288-38BE-AAF34F2B9AFD}"/>
          </ac:cxnSpMkLst>
        </pc:cxnChg>
        <pc:cxnChg chg="add">
          <ac:chgData name="Johnson, Randall" userId="ca2a9510-4177-4989-a82b-83511f3dbcf6" providerId="ADAL" clId="{9E56FBCC-9D2B-4AC3-B084-603993C68A6A}" dt="2025-12-31T21:55:23.618" v="1250" actId="11529"/>
          <ac:cxnSpMkLst>
            <pc:docMk/>
            <pc:sldMk cId="2698811885" sldId="270"/>
            <ac:cxnSpMk id="1146" creationId="{863FDA3F-B7DA-5E19-63FC-F6570091B445}"/>
          </ac:cxnSpMkLst>
        </pc:cxnChg>
        <pc:cxnChg chg="add">
          <ac:chgData name="Johnson, Randall" userId="ca2a9510-4177-4989-a82b-83511f3dbcf6" providerId="ADAL" clId="{9E56FBCC-9D2B-4AC3-B084-603993C68A6A}" dt="2025-12-31T21:57:56.025" v="1273" actId="11529"/>
          <ac:cxnSpMkLst>
            <pc:docMk/>
            <pc:sldMk cId="2698811885" sldId="270"/>
            <ac:cxnSpMk id="1149" creationId="{6BFF3F1B-0176-1F3B-F6D4-09DC182E0EBB}"/>
          </ac:cxnSpMkLst>
        </pc:cxnChg>
        <pc:cxnChg chg="add del mod">
          <ac:chgData name="Johnson, Randall" userId="ca2a9510-4177-4989-a82b-83511f3dbcf6" providerId="ADAL" clId="{9E56FBCC-9D2B-4AC3-B084-603993C68A6A}" dt="2025-12-31T22:14:48.696" v="1563" actId="478"/>
          <ac:cxnSpMkLst>
            <pc:docMk/>
            <pc:sldMk cId="2698811885" sldId="270"/>
            <ac:cxnSpMk id="1153" creationId="{E0D0C75C-203C-9082-34CA-8B1A7E19E513}"/>
          </ac:cxnSpMkLst>
        </pc:cxnChg>
        <pc:cxnChg chg="add">
          <ac:chgData name="Johnson, Randall" userId="ca2a9510-4177-4989-a82b-83511f3dbcf6" providerId="ADAL" clId="{9E56FBCC-9D2B-4AC3-B084-603993C68A6A}" dt="2025-12-31T21:59:35.947" v="1300" actId="11529"/>
          <ac:cxnSpMkLst>
            <pc:docMk/>
            <pc:sldMk cId="2698811885" sldId="270"/>
            <ac:cxnSpMk id="1155" creationId="{81729E5B-8DEE-8580-F02E-4C14C930D58D}"/>
          </ac:cxnSpMkLst>
        </pc:cxnChg>
        <pc:cxnChg chg="add mod">
          <ac:chgData name="Johnson, Randall" userId="ca2a9510-4177-4989-a82b-83511f3dbcf6" providerId="ADAL" clId="{9E56FBCC-9D2B-4AC3-B084-603993C68A6A}" dt="2025-12-31T22:00:52.600" v="1312" actId="1036"/>
          <ac:cxnSpMkLst>
            <pc:docMk/>
            <pc:sldMk cId="2698811885" sldId="270"/>
            <ac:cxnSpMk id="1158" creationId="{4FEE1A38-93E4-4904-DCA3-A9A3EF8E104F}"/>
          </ac:cxnSpMkLst>
        </pc:cxnChg>
        <pc:cxnChg chg="add del mod">
          <ac:chgData name="Johnson, Randall" userId="ca2a9510-4177-4989-a82b-83511f3dbcf6" providerId="ADAL" clId="{9E56FBCC-9D2B-4AC3-B084-603993C68A6A}" dt="2025-12-31T22:14:35.323" v="1559" actId="478"/>
          <ac:cxnSpMkLst>
            <pc:docMk/>
            <pc:sldMk cId="2698811885" sldId="270"/>
            <ac:cxnSpMk id="1160" creationId="{D7B6130D-F215-FB18-91E4-F08FE3D297CC}"/>
          </ac:cxnSpMkLst>
        </pc:cxnChg>
        <pc:cxnChg chg="add mod">
          <ac:chgData name="Johnson, Randall" userId="ca2a9510-4177-4989-a82b-83511f3dbcf6" providerId="ADAL" clId="{9E56FBCC-9D2B-4AC3-B084-603993C68A6A}" dt="2025-12-31T22:01:47.492" v="1322" actId="1036"/>
          <ac:cxnSpMkLst>
            <pc:docMk/>
            <pc:sldMk cId="2698811885" sldId="270"/>
            <ac:cxnSpMk id="1163" creationId="{E6CCA228-427D-ED8A-8879-4082515958F9}"/>
          </ac:cxnSpMkLst>
        </pc:cxnChg>
        <pc:cxnChg chg="add del mod">
          <ac:chgData name="Johnson, Randall" userId="ca2a9510-4177-4989-a82b-83511f3dbcf6" providerId="ADAL" clId="{9E56FBCC-9D2B-4AC3-B084-603993C68A6A}" dt="2025-12-31T22:25:24.762" v="1970" actId="478"/>
          <ac:cxnSpMkLst>
            <pc:docMk/>
            <pc:sldMk cId="2698811885" sldId="270"/>
            <ac:cxnSpMk id="1167" creationId="{F9145C5D-C097-FD32-ED0E-275EDA91B243}"/>
          </ac:cxnSpMkLst>
        </pc:cxnChg>
        <pc:cxnChg chg="add mod">
          <ac:chgData name="Johnson, Randall" userId="ca2a9510-4177-4989-a82b-83511f3dbcf6" providerId="ADAL" clId="{9E56FBCC-9D2B-4AC3-B084-603993C68A6A}" dt="2025-12-31T22:23:45.384" v="1859" actId="1036"/>
          <ac:cxnSpMkLst>
            <pc:docMk/>
            <pc:sldMk cId="2698811885" sldId="270"/>
            <ac:cxnSpMk id="1169" creationId="{2590B17D-5BB1-305E-D0DC-CE0F14A27BAA}"/>
          </ac:cxnSpMkLst>
        </pc:cxnChg>
        <pc:cxnChg chg="add">
          <ac:chgData name="Johnson, Randall" userId="ca2a9510-4177-4989-a82b-83511f3dbcf6" providerId="ADAL" clId="{9E56FBCC-9D2B-4AC3-B084-603993C68A6A}" dt="2025-12-31T22:03:22.578" v="1357" actId="11529"/>
          <ac:cxnSpMkLst>
            <pc:docMk/>
            <pc:sldMk cId="2698811885" sldId="270"/>
            <ac:cxnSpMk id="1172" creationId="{772B4380-BF10-422C-D6A9-ACEAD6681562}"/>
          </ac:cxnSpMkLst>
        </pc:cxnChg>
        <pc:cxnChg chg="add mod">
          <ac:chgData name="Johnson, Randall" userId="ca2a9510-4177-4989-a82b-83511f3dbcf6" providerId="ADAL" clId="{9E56FBCC-9D2B-4AC3-B084-603993C68A6A}" dt="2025-12-31T22:04:07.108" v="1409" actId="1035"/>
          <ac:cxnSpMkLst>
            <pc:docMk/>
            <pc:sldMk cId="2698811885" sldId="270"/>
            <ac:cxnSpMk id="1175" creationId="{AFD915BE-9CB6-6D60-7091-4614BBADD83A}"/>
          </ac:cxnSpMkLst>
        </pc:cxnChg>
        <pc:cxnChg chg="add">
          <ac:chgData name="Johnson, Randall" userId="ca2a9510-4177-4989-a82b-83511f3dbcf6" providerId="ADAL" clId="{9E56FBCC-9D2B-4AC3-B084-603993C68A6A}" dt="2025-12-31T22:04:50.787" v="1420" actId="11529"/>
          <ac:cxnSpMkLst>
            <pc:docMk/>
            <pc:sldMk cId="2698811885" sldId="270"/>
            <ac:cxnSpMk id="1179" creationId="{7CCD02BE-A7CA-7925-0838-7FE97E53D283}"/>
          </ac:cxnSpMkLst>
        </pc:cxnChg>
        <pc:cxnChg chg="add del mod">
          <ac:chgData name="Johnson, Randall" userId="ca2a9510-4177-4989-a82b-83511f3dbcf6" providerId="ADAL" clId="{9E56FBCC-9D2B-4AC3-B084-603993C68A6A}" dt="2025-12-31T22:07:42.765" v="1467" actId="478"/>
          <ac:cxnSpMkLst>
            <pc:docMk/>
            <pc:sldMk cId="2698811885" sldId="270"/>
            <ac:cxnSpMk id="1181" creationId="{9E938375-131C-D739-2E4C-AB0598B7AAF8}"/>
          </ac:cxnSpMkLst>
        </pc:cxnChg>
        <pc:cxnChg chg="add del mod">
          <ac:chgData name="Johnson, Randall" userId="ca2a9510-4177-4989-a82b-83511f3dbcf6" providerId="ADAL" clId="{9E56FBCC-9D2B-4AC3-B084-603993C68A6A}" dt="2025-12-31T22:25:26.204" v="1971" actId="478"/>
          <ac:cxnSpMkLst>
            <pc:docMk/>
            <pc:sldMk cId="2698811885" sldId="270"/>
            <ac:cxnSpMk id="1184" creationId="{CB4A3966-1C72-6A97-12E1-AD38806EB2AE}"/>
          </ac:cxnSpMkLst>
        </pc:cxnChg>
        <pc:cxnChg chg="add">
          <ac:chgData name="Johnson, Randall" userId="ca2a9510-4177-4989-a82b-83511f3dbcf6" providerId="ADAL" clId="{9E56FBCC-9D2B-4AC3-B084-603993C68A6A}" dt="2025-12-31T22:05:55.120" v="1431" actId="11529"/>
          <ac:cxnSpMkLst>
            <pc:docMk/>
            <pc:sldMk cId="2698811885" sldId="270"/>
            <ac:cxnSpMk id="1187" creationId="{69BC99BD-9DB7-9206-F35F-9EB10128E857}"/>
          </ac:cxnSpMkLst>
        </pc:cxnChg>
        <pc:cxnChg chg="add mod">
          <ac:chgData name="Johnson, Randall" userId="ca2a9510-4177-4989-a82b-83511f3dbcf6" providerId="ADAL" clId="{9E56FBCC-9D2B-4AC3-B084-603993C68A6A}" dt="2025-12-31T22:23:45.384" v="1859" actId="1036"/>
          <ac:cxnSpMkLst>
            <pc:docMk/>
            <pc:sldMk cId="2698811885" sldId="270"/>
            <ac:cxnSpMk id="1190" creationId="{09421A85-C6F6-A444-D431-1A62680F4B03}"/>
          </ac:cxnSpMkLst>
        </pc:cxnChg>
        <pc:cxnChg chg="add del mod">
          <ac:chgData name="Johnson, Randall" userId="ca2a9510-4177-4989-a82b-83511f3dbcf6" providerId="ADAL" clId="{9E56FBCC-9D2B-4AC3-B084-603993C68A6A}" dt="2025-12-31T22:07:14.254" v="1464" actId="11529"/>
          <ac:cxnSpMkLst>
            <pc:docMk/>
            <pc:sldMk cId="2698811885" sldId="270"/>
            <ac:cxnSpMk id="1193" creationId="{232CA9EA-5734-706E-565C-195B218BBB6F}"/>
          </ac:cxnSpMkLst>
        </pc:cxnChg>
        <pc:cxnChg chg="add">
          <ac:chgData name="Johnson, Randall" userId="ca2a9510-4177-4989-a82b-83511f3dbcf6" providerId="ADAL" clId="{9E56FBCC-9D2B-4AC3-B084-603993C68A6A}" dt="2025-12-31T22:07:20.248" v="1465" actId="11529"/>
          <ac:cxnSpMkLst>
            <pc:docMk/>
            <pc:sldMk cId="2698811885" sldId="270"/>
            <ac:cxnSpMk id="1195" creationId="{967FD637-9A03-12BF-B12F-8B8EDF6CA663}"/>
          </ac:cxnSpMkLst>
        </pc:cxnChg>
        <pc:cxnChg chg="add">
          <ac:chgData name="Johnson, Randall" userId="ca2a9510-4177-4989-a82b-83511f3dbcf6" providerId="ADAL" clId="{9E56FBCC-9D2B-4AC3-B084-603993C68A6A}" dt="2025-12-31T22:07:31.509" v="1466" actId="11529"/>
          <ac:cxnSpMkLst>
            <pc:docMk/>
            <pc:sldMk cId="2698811885" sldId="270"/>
            <ac:cxnSpMk id="1197" creationId="{78F61409-DCB9-6FA2-824C-59A8B830192E}"/>
          </ac:cxnSpMkLst>
        </pc:cxnChg>
        <pc:cxnChg chg="add">
          <ac:chgData name="Johnson, Randall" userId="ca2a9510-4177-4989-a82b-83511f3dbcf6" providerId="ADAL" clId="{9E56FBCC-9D2B-4AC3-B084-603993C68A6A}" dt="2025-12-31T22:07:47.935" v="1468" actId="11529"/>
          <ac:cxnSpMkLst>
            <pc:docMk/>
            <pc:sldMk cId="2698811885" sldId="270"/>
            <ac:cxnSpMk id="1199" creationId="{2E6CE3A1-FE13-7A88-A471-F83CDB6E9646}"/>
          </ac:cxnSpMkLst>
        </pc:cxnChg>
        <pc:cxnChg chg="add">
          <ac:chgData name="Johnson, Randall" userId="ca2a9510-4177-4989-a82b-83511f3dbcf6" providerId="ADAL" clId="{9E56FBCC-9D2B-4AC3-B084-603993C68A6A}" dt="2025-12-31T22:08:35.544" v="1479" actId="11529"/>
          <ac:cxnSpMkLst>
            <pc:docMk/>
            <pc:sldMk cId="2698811885" sldId="270"/>
            <ac:cxnSpMk id="1202" creationId="{A9967F3B-3584-D3B1-3F25-B060D191119F}"/>
          </ac:cxnSpMkLst>
        </pc:cxnChg>
        <pc:cxnChg chg="add del">
          <ac:chgData name="Johnson, Randall" userId="ca2a9510-4177-4989-a82b-83511f3dbcf6" providerId="ADAL" clId="{9E56FBCC-9D2B-4AC3-B084-603993C68A6A}" dt="2025-12-31T22:08:41.627" v="1481" actId="11529"/>
          <ac:cxnSpMkLst>
            <pc:docMk/>
            <pc:sldMk cId="2698811885" sldId="270"/>
            <ac:cxnSpMk id="1204" creationId="{36C62F48-E26B-6D9E-CBB1-24F1B3770015}"/>
          </ac:cxnSpMkLst>
        </pc:cxnChg>
        <pc:cxnChg chg="add">
          <ac:chgData name="Johnson, Randall" userId="ca2a9510-4177-4989-a82b-83511f3dbcf6" providerId="ADAL" clId="{9E56FBCC-9D2B-4AC3-B084-603993C68A6A}" dt="2025-12-31T22:08:49.052" v="1482" actId="11529"/>
          <ac:cxnSpMkLst>
            <pc:docMk/>
            <pc:sldMk cId="2698811885" sldId="270"/>
            <ac:cxnSpMk id="1206" creationId="{C9EDE329-B998-DB6A-10A6-503B8F21E4A3}"/>
          </ac:cxnSpMkLst>
        </pc:cxnChg>
        <pc:cxnChg chg="add">
          <ac:chgData name="Johnson, Randall" userId="ca2a9510-4177-4989-a82b-83511f3dbcf6" providerId="ADAL" clId="{9E56FBCC-9D2B-4AC3-B084-603993C68A6A}" dt="2025-12-31T22:09:24.204" v="1495" actId="11529"/>
          <ac:cxnSpMkLst>
            <pc:docMk/>
            <pc:sldMk cId="2698811885" sldId="270"/>
            <ac:cxnSpMk id="1209" creationId="{3D974DA9-1922-431A-5A12-4F26EF0BDA9C}"/>
          </ac:cxnSpMkLst>
        </pc:cxnChg>
        <pc:cxnChg chg="add del mod">
          <ac:chgData name="Johnson, Randall" userId="ca2a9510-4177-4989-a82b-83511f3dbcf6" providerId="ADAL" clId="{9E56FBCC-9D2B-4AC3-B084-603993C68A6A}" dt="2025-12-31T22:10:04.690" v="1497" actId="478"/>
          <ac:cxnSpMkLst>
            <pc:docMk/>
            <pc:sldMk cId="2698811885" sldId="270"/>
            <ac:cxnSpMk id="1211" creationId="{48645458-ECD2-195F-712F-22996BBBF0F8}"/>
          </ac:cxnSpMkLst>
        </pc:cxnChg>
        <pc:cxnChg chg="add">
          <ac:chgData name="Johnson, Randall" userId="ca2a9510-4177-4989-a82b-83511f3dbcf6" providerId="ADAL" clId="{9E56FBCC-9D2B-4AC3-B084-603993C68A6A}" dt="2025-12-31T22:10:10.679" v="1498" actId="11529"/>
          <ac:cxnSpMkLst>
            <pc:docMk/>
            <pc:sldMk cId="2698811885" sldId="270"/>
            <ac:cxnSpMk id="1213" creationId="{1F939588-D667-47FE-34EB-87816CC5F362}"/>
          </ac:cxnSpMkLst>
        </pc:cxnChg>
        <pc:cxnChg chg="add del mod">
          <ac:chgData name="Johnson, Randall" userId="ca2a9510-4177-4989-a82b-83511f3dbcf6" providerId="ADAL" clId="{9E56FBCC-9D2B-4AC3-B084-603993C68A6A}" dt="2025-12-31T22:25:28.641" v="1972" actId="478"/>
          <ac:cxnSpMkLst>
            <pc:docMk/>
            <pc:sldMk cId="2698811885" sldId="270"/>
            <ac:cxnSpMk id="1221" creationId="{14AB47F1-CCAE-7A47-5A4C-08C58F9C2A5F}"/>
          </ac:cxnSpMkLst>
        </pc:cxnChg>
        <pc:cxnChg chg="add">
          <ac:chgData name="Johnson, Randall" userId="ca2a9510-4177-4989-a82b-83511f3dbcf6" providerId="ADAL" clId="{9E56FBCC-9D2B-4AC3-B084-603993C68A6A}" dt="2025-12-31T22:12:22.325" v="1517" actId="11529"/>
          <ac:cxnSpMkLst>
            <pc:docMk/>
            <pc:sldMk cId="2698811885" sldId="270"/>
            <ac:cxnSpMk id="1223" creationId="{C628DB58-68C1-2474-3757-2FCBCD1E1C09}"/>
          </ac:cxnSpMkLst>
        </pc:cxnChg>
        <pc:cxnChg chg="add del mod">
          <ac:chgData name="Johnson, Randall" userId="ca2a9510-4177-4989-a82b-83511f3dbcf6" providerId="ADAL" clId="{9E56FBCC-9D2B-4AC3-B084-603993C68A6A}" dt="2025-12-31T22:14:48.696" v="1563" actId="478"/>
          <ac:cxnSpMkLst>
            <pc:docMk/>
            <pc:sldMk cId="2698811885" sldId="270"/>
            <ac:cxnSpMk id="1225" creationId="{33BBE75F-F6FA-73A0-F589-67194A584F33}"/>
          </ac:cxnSpMkLst>
        </pc:cxnChg>
        <pc:cxnChg chg="add del mod">
          <ac:chgData name="Johnson, Randall" userId="ca2a9510-4177-4989-a82b-83511f3dbcf6" providerId="ADAL" clId="{9E56FBCC-9D2B-4AC3-B084-603993C68A6A}" dt="2025-12-31T22:25:30.727" v="1973" actId="478"/>
          <ac:cxnSpMkLst>
            <pc:docMk/>
            <pc:sldMk cId="2698811885" sldId="270"/>
            <ac:cxnSpMk id="1227" creationId="{B466CF7E-FBAD-3060-9E6C-EA7D10D03225}"/>
          </ac:cxnSpMkLst>
        </pc:cxnChg>
        <pc:cxnChg chg="add del mod">
          <ac:chgData name="Johnson, Randall" userId="ca2a9510-4177-4989-a82b-83511f3dbcf6" providerId="ADAL" clId="{9E56FBCC-9D2B-4AC3-B084-603993C68A6A}" dt="2025-12-31T22:13:17.888" v="1552" actId="11529"/>
          <ac:cxnSpMkLst>
            <pc:docMk/>
            <pc:sldMk cId="2698811885" sldId="270"/>
            <ac:cxnSpMk id="1229" creationId="{2B684E6D-510E-A2F6-77A6-641F77E473AB}"/>
          </ac:cxnSpMkLst>
        </pc:cxnChg>
        <pc:cxnChg chg="add">
          <ac:chgData name="Johnson, Randall" userId="ca2a9510-4177-4989-a82b-83511f3dbcf6" providerId="ADAL" clId="{9E56FBCC-9D2B-4AC3-B084-603993C68A6A}" dt="2025-12-31T22:13:23.913" v="1553" actId="11529"/>
          <ac:cxnSpMkLst>
            <pc:docMk/>
            <pc:sldMk cId="2698811885" sldId="270"/>
            <ac:cxnSpMk id="1231" creationId="{EDE0A537-C344-FCE8-0A9A-FBAFCDEB1D4E}"/>
          </ac:cxnSpMkLst>
        </pc:cxnChg>
        <pc:cxnChg chg="add del mod">
          <ac:chgData name="Johnson, Randall" userId="ca2a9510-4177-4989-a82b-83511f3dbcf6" providerId="ADAL" clId="{9E56FBCC-9D2B-4AC3-B084-603993C68A6A}" dt="2025-12-31T22:14:42.345" v="1562" actId="478"/>
          <ac:cxnSpMkLst>
            <pc:docMk/>
            <pc:sldMk cId="2698811885" sldId="270"/>
            <ac:cxnSpMk id="1233" creationId="{F1949469-FD5D-625C-0821-3657D519E31A}"/>
          </ac:cxnSpMkLst>
        </pc:cxnChg>
        <pc:cxnChg chg="add del mod">
          <ac:chgData name="Johnson, Randall" userId="ca2a9510-4177-4989-a82b-83511f3dbcf6" providerId="ADAL" clId="{9E56FBCC-9D2B-4AC3-B084-603993C68A6A}" dt="2025-12-31T22:15:08.149" v="1612" actId="478"/>
          <ac:cxnSpMkLst>
            <pc:docMk/>
            <pc:sldMk cId="2698811885" sldId="270"/>
            <ac:cxnSpMk id="1235" creationId="{B1237ECA-8197-CA63-FC5A-5554E4311439}"/>
          </ac:cxnSpMkLst>
        </pc:cxnChg>
        <pc:cxnChg chg="add">
          <ac:chgData name="Johnson, Randall" userId="ca2a9510-4177-4989-a82b-83511f3dbcf6" providerId="ADAL" clId="{9E56FBCC-9D2B-4AC3-B084-603993C68A6A}" dt="2025-12-31T22:13:51.457" v="1556" actId="11529"/>
          <ac:cxnSpMkLst>
            <pc:docMk/>
            <pc:sldMk cId="2698811885" sldId="270"/>
            <ac:cxnSpMk id="1237" creationId="{BEA22BA5-2914-E4D3-130B-8D0FF5AA6DC6}"/>
          </ac:cxnSpMkLst>
        </pc:cxnChg>
        <pc:cxnChg chg="add del mod">
          <ac:chgData name="Johnson, Randall" userId="ca2a9510-4177-4989-a82b-83511f3dbcf6" providerId="ADAL" clId="{9E56FBCC-9D2B-4AC3-B084-603993C68A6A}" dt="2025-12-31T22:25:11.199" v="1966" actId="478"/>
          <ac:cxnSpMkLst>
            <pc:docMk/>
            <pc:sldMk cId="2698811885" sldId="270"/>
            <ac:cxnSpMk id="1239" creationId="{9418CC24-BEA2-61F5-CC27-CE89DAA721DE}"/>
          </ac:cxnSpMkLst>
        </pc:cxnChg>
        <pc:cxnChg chg="add mod topLvl">
          <ac:chgData name="Johnson, Randall" userId="ca2a9510-4177-4989-a82b-83511f3dbcf6" providerId="ADAL" clId="{9E56FBCC-9D2B-4AC3-B084-603993C68A6A}" dt="2025-12-31T22:34:55.525" v="2384" actId="164"/>
          <ac:cxnSpMkLst>
            <pc:docMk/>
            <pc:sldMk cId="2698811885" sldId="270"/>
            <ac:cxnSpMk id="1243" creationId="{D9D8B06A-6D93-ED9D-6D2E-5BCA86E27F7F}"/>
          </ac:cxnSpMkLst>
        </pc:cxnChg>
        <pc:cxnChg chg="add del">
          <ac:chgData name="Johnson, Randall" userId="ca2a9510-4177-4989-a82b-83511f3dbcf6" providerId="ADAL" clId="{9E56FBCC-9D2B-4AC3-B084-603993C68A6A}" dt="2025-12-31T22:15:43.032" v="1618" actId="478"/>
          <ac:cxnSpMkLst>
            <pc:docMk/>
            <pc:sldMk cId="2698811885" sldId="270"/>
            <ac:cxnSpMk id="1245" creationId="{8BE8364E-58A8-1437-956F-5B67DE5D6DFF}"/>
          </ac:cxnSpMkLst>
        </pc:cxnChg>
        <pc:cxnChg chg="add mod topLvl">
          <ac:chgData name="Johnson, Randall" userId="ca2a9510-4177-4989-a82b-83511f3dbcf6" providerId="ADAL" clId="{9E56FBCC-9D2B-4AC3-B084-603993C68A6A}" dt="2025-12-31T22:34:55.525" v="2384" actId="164"/>
          <ac:cxnSpMkLst>
            <pc:docMk/>
            <pc:sldMk cId="2698811885" sldId="270"/>
            <ac:cxnSpMk id="1247" creationId="{B02199F0-E01B-6208-5BB6-4340E69FC21A}"/>
          </ac:cxnSpMkLst>
        </pc:cxnChg>
        <pc:cxnChg chg="add mod">
          <ac:chgData name="Johnson, Randall" userId="ca2a9510-4177-4989-a82b-83511f3dbcf6" providerId="ADAL" clId="{9E56FBCC-9D2B-4AC3-B084-603993C68A6A}" dt="2025-12-31T22:36:17.464" v="2389" actId="164"/>
          <ac:cxnSpMkLst>
            <pc:docMk/>
            <pc:sldMk cId="2698811885" sldId="270"/>
            <ac:cxnSpMk id="1263" creationId="{A8A5A110-FA3B-0B9C-E7D6-B0F743B51F11}"/>
          </ac:cxnSpMkLst>
        </pc:cxnChg>
        <pc:cxnChg chg="add mod">
          <ac:chgData name="Johnson, Randall" userId="ca2a9510-4177-4989-a82b-83511f3dbcf6" providerId="ADAL" clId="{9E56FBCC-9D2B-4AC3-B084-603993C68A6A}" dt="2025-12-31T22:36:01.292" v="2388" actId="164"/>
          <ac:cxnSpMkLst>
            <pc:docMk/>
            <pc:sldMk cId="2698811885" sldId="270"/>
            <ac:cxnSpMk id="1266" creationId="{39534A8D-C87A-945A-90F3-AECBE258BA6C}"/>
          </ac:cxnSpMkLst>
        </pc:cxnChg>
        <pc:cxnChg chg="add">
          <ac:chgData name="Johnson, Randall" userId="ca2a9510-4177-4989-a82b-83511f3dbcf6" providerId="ADAL" clId="{9E56FBCC-9D2B-4AC3-B084-603993C68A6A}" dt="2025-12-31T22:28:52.471" v="2178" actId="11529"/>
          <ac:cxnSpMkLst>
            <pc:docMk/>
            <pc:sldMk cId="2698811885" sldId="270"/>
            <ac:cxnSpMk id="1268" creationId="{EE0AE55C-C949-1C35-73DB-21A91AF5E651}"/>
          </ac:cxnSpMkLst>
        </pc:cxnChg>
        <pc:cxnChg chg="add mod">
          <ac:chgData name="Johnson, Randall" userId="ca2a9510-4177-4989-a82b-83511f3dbcf6" providerId="ADAL" clId="{9E56FBCC-9D2B-4AC3-B084-603993C68A6A}" dt="2025-12-31T22:34:55.525" v="2384" actId="164"/>
          <ac:cxnSpMkLst>
            <pc:docMk/>
            <pc:sldMk cId="2698811885" sldId="270"/>
            <ac:cxnSpMk id="1270" creationId="{49100354-52DE-AE9F-398B-7BF41111F135}"/>
          </ac:cxnSpMkLst>
        </pc:cxnChg>
        <pc:cxnChg chg="add mod">
          <ac:chgData name="Johnson, Randall" userId="ca2a9510-4177-4989-a82b-83511f3dbcf6" providerId="ADAL" clId="{9E56FBCC-9D2B-4AC3-B084-603993C68A6A}" dt="2025-12-31T22:36:17.464" v="2389" actId="164"/>
          <ac:cxnSpMkLst>
            <pc:docMk/>
            <pc:sldMk cId="2698811885" sldId="270"/>
            <ac:cxnSpMk id="1276" creationId="{9CA64751-5B71-B72B-CE9B-2CE425140E47}"/>
          </ac:cxnSpMkLst>
        </pc:cxnChg>
        <pc:cxnChg chg="add mod">
          <ac:chgData name="Johnson, Randall" userId="ca2a9510-4177-4989-a82b-83511f3dbcf6" providerId="ADAL" clId="{9E56FBCC-9D2B-4AC3-B084-603993C68A6A}" dt="2025-12-31T22:36:01.292" v="2388" actId="164"/>
          <ac:cxnSpMkLst>
            <pc:docMk/>
            <pc:sldMk cId="2698811885" sldId="270"/>
            <ac:cxnSpMk id="1280" creationId="{D9F8222A-1756-C641-1124-B52E27426C55}"/>
          </ac:cxnSpMkLst>
        </pc:cxnChg>
        <pc:cxnChg chg="add">
          <ac:chgData name="Johnson, Randall" userId="ca2a9510-4177-4989-a82b-83511f3dbcf6" providerId="ADAL" clId="{9E56FBCC-9D2B-4AC3-B084-603993C68A6A}" dt="2025-12-31T22:31:42.505" v="2219" actId="11529"/>
          <ac:cxnSpMkLst>
            <pc:docMk/>
            <pc:sldMk cId="2698811885" sldId="270"/>
            <ac:cxnSpMk id="1282" creationId="{0467E768-DFA8-1967-9FAE-D03F0FAEA5B2}"/>
          </ac:cxnSpMkLst>
        </pc:cxnChg>
        <pc:cxnChg chg="add mod">
          <ac:chgData name="Johnson, Randall" userId="ca2a9510-4177-4989-a82b-83511f3dbcf6" providerId="ADAL" clId="{9E56FBCC-9D2B-4AC3-B084-603993C68A6A}" dt="2025-12-31T22:36:17.464" v="2389" actId="164"/>
          <ac:cxnSpMkLst>
            <pc:docMk/>
            <pc:sldMk cId="2698811885" sldId="270"/>
            <ac:cxnSpMk id="1285" creationId="{C73C92A5-34C2-9A4B-C7FD-F1F07CED7278}"/>
          </ac:cxnSpMkLst>
        </pc:cxnChg>
        <pc:cxnChg chg="add mod">
          <ac:chgData name="Johnson, Randall" userId="ca2a9510-4177-4989-a82b-83511f3dbcf6" providerId="ADAL" clId="{9E56FBCC-9D2B-4AC3-B084-603993C68A6A}" dt="2025-12-31T22:36:01.292" v="2388" actId="164"/>
          <ac:cxnSpMkLst>
            <pc:docMk/>
            <pc:sldMk cId="2698811885" sldId="270"/>
            <ac:cxnSpMk id="1288" creationId="{CCDC414E-B4F0-3D91-21CB-63911B315136}"/>
          </ac:cxnSpMkLst>
        </pc:cxnChg>
        <pc:cxnChg chg="add mod">
          <ac:chgData name="Johnson, Randall" userId="ca2a9510-4177-4989-a82b-83511f3dbcf6" providerId="ADAL" clId="{9E56FBCC-9D2B-4AC3-B084-603993C68A6A}" dt="2025-12-31T22:35:29.264" v="2387" actId="164"/>
          <ac:cxnSpMkLst>
            <pc:docMk/>
            <pc:sldMk cId="2698811885" sldId="270"/>
            <ac:cxnSpMk id="1291" creationId="{10E1DD21-8734-5125-A3E4-1CC277EB947E}"/>
          </ac:cxnSpMkLst>
        </pc:cxnChg>
        <pc:cxnChg chg="add mod">
          <ac:chgData name="Johnson, Randall" userId="ca2a9510-4177-4989-a82b-83511f3dbcf6" providerId="ADAL" clId="{9E56FBCC-9D2B-4AC3-B084-603993C68A6A}" dt="2025-12-31T22:38:20.983" v="2441" actId="14100"/>
          <ac:cxnSpMkLst>
            <pc:docMk/>
            <pc:sldMk cId="2698811885" sldId="270"/>
            <ac:cxnSpMk id="1299" creationId="{318492FB-37AF-076D-7A01-FAD7BF72EE29}"/>
          </ac:cxnSpMkLst>
        </pc:cxnChg>
        <pc:cxnChg chg="add mod">
          <ac:chgData name="Johnson, Randall" userId="ca2a9510-4177-4989-a82b-83511f3dbcf6" providerId="ADAL" clId="{9E56FBCC-9D2B-4AC3-B084-603993C68A6A}" dt="2025-12-31T22:39:18.310" v="2467" actId="14100"/>
          <ac:cxnSpMkLst>
            <pc:docMk/>
            <pc:sldMk cId="2698811885" sldId="270"/>
            <ac:cxnSpMk id="1301" creationId="{5C0BE455-2D8D-5355-C616-2550E54CB3D9}"/>
          </ac:cxnSpMkLst>
        </pc:cxnChg>
        <pc:cxnChg chg="add mod">
          <ac:chgData name="Johnson, Randall" userId="ca2a9510-4177-4989-a82b-83511f3dbcf6" providerId="ADAL" clId="{9E56FBCC-9D2B-4AC3-B084-603993C68A6A}" dt="2025-12-31T22:38:56.422" v="2463" actId="1037"/>
          <ac:cxnSpMkLst>
            <pc:docMk/>
            <pc:sldMk cId="2698811885" sldId="270"/>
            <ac:cxnSpMk id="1302" creationId="{61FB4C30-9B9A-26CE-C545-B87DF62AFC8B}"/>
          </ac:cxnSpMkLst>
        </pc:cxnChg>
        <pc:cxnChg chg="add mod">
          <ac:chgData name="Johnson, Randall" userId="ca2a9510-4177-4989-a82b-83511f3dbcf6" providerId="ADAL" clId="{9E56FBCC-9D2B-4AC3-B084-603993C68A6A}" dt="2025-12-31T22:39:01.110" v="2464" actId="14100"/>
          <ac:cxnSpMkLst>
            <pc:docMk/>
            <pc:sldMk cId="2698811885" sldId="270"/>
            <ac:cxnSpMk id="1303" creationId="{568DD66B-43F1-D1AE-8A3C-F4D93E4A804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62CE9-C7C9-46E6-8524-756596C4C215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B8E8BC-EF44-4760-A733-1EC65F881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530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047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D0671-7EFF-84A0-FF3E-72E759C16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6DCF1-24FC-C1BB-9669-4B2F61BDB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744D89-0EDC-DC7D-D57D-85C69CC28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37D2BC-2022-6105-4CDD-58C82E1296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207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A53F-A8EA-F650-2FFF-C878D1C2AD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EB367B-487A-99F3-60C9-F65EF7178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C52BD-812C-6289-947A-D1415530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5EE608-A98E-E47C-BC78-D1310ACE7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55683-0063-7F77-4FE4-2190FC14A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788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0AFBF-FDCB-167E-CC2D-E03D25FB0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AA722C-63F6-CB23-1476-D626AA35B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5D7CA0-69C0-4D6B-4191-950F57140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E8B8C-C106-5208-446B-4D0088C73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7C82B2-8490-A6E1-245A-704BA24BF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38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8AF5C-6B08-8B5D-1A16-BBB9233F2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8CF5A8-C136-E578-3AF5-03B4BA99F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3C31F9-6797-EF64-2E1C-AE84B1BEB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41AC5-9831-4234-DE9E-125A117EE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ADDC04-9D49-E1DD-1E36-01C3AE386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8392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52ED-DDCC-0EE9-77C6-C78CF7C1B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6D12C6-4858-B4A2-C026-400EEED35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C4F8BF-C714-37CC-9879-4329CAB54A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B73D21-5044-FB65-5722-7852BE555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3F99DA-5362-E426-9C13-117D2DA97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411C3B-D910-AEDE-FA8E-7571858B3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0552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33B39-A529-1D11-BD81-98A583852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153D9C-0649-517C-05FB-0AF081AD0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0CA044-3E69-489B-35AF-D869CAFAF0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FED5AC-F20C-FAFC-B20D-3D92916D19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092CBC-3C22-5D23-3815-B49CDCA187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FB94BA-7834-495C-6E82-6D9097B3A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271964-8FBB-7968-CCBF-46E9DE6D0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2638C2-84AA-52F6-2F75-6A8B0EB3D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818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1C759-5728-B084-C468-86932099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7FF02D-EEC8-B5FA-F56F-7B2289DB8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AAADA3-7C9B-FC1F-4B94-AC3B8E390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BDC7E6-5E36-3735-DF7C-5CE4A3877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886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01D612-FEE6-CC0B-229B-ADD925AE2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5AF598-7829-9AEB-0E38-0299AFC42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D11823-BC28-671A-3909-23C7F017F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190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B2F63-1B28-F2D6-DBBF-CD68159B0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3B6DC-4F2C-607D-A602-C489578181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7E3A6B-C348-C30C-5272-DCFB10CB8D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6B6D10-A024-4F75-5F15-110D3D6C8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D6B1F0-5A8F-9F85-4554-1D9AB14A4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37B9DB-9C9D-EC33-B3BB-C059A3C4F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7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8656B-2E4D-4392-853E-740417E8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23E638-6857-3082-B953-62014A75AB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5B188C-3893-2BF1-D785-6664313F48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EBB59C-2E35-0073-FC5F-E991ED87C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6660E8-2C63-0498-A675-782DD6612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1BD235-3CFB-EA1E-B4DF-AFC80E8FA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413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CCBB2-4660-3F8A-D898-BC8FFA426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BEFD69-AEDC-AB3F-5916-49BEC88FBA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2644F-CEB8-393F-C0E6-0493D77EB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D04264-17CB-7736-EA26-1692FD618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0ECC3-C9CF-8AD9-BDF8-B0C1E2699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9105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507F62-5EFA-95C8-7CCF-9BA8FB37FF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CFF272-3A2D-4F49-51F4-CCE11E0DF9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26EE01-4A17-0E39-5147-22F510CFA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B7EFA-EBEF-4A81-DF4E-203C8F5F6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3A1DED-7F00-BCBA-44FB-8E3C2BABF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651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7CDF64-AAC9-FD1A-821C-71DFCC76A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D0E319-4433-DE81-89F8-6D2507219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4DAEB4-23F6-E805-FCB7-53839D9D79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FDA7B-8A88-5360-2CBC-D41D960841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6C396-169E-A17D-FE9C-F4B3A8E8E2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456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e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07B31-E612-A337-5637-26E161378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9D8DD08-AB68-ABCA-533D-3F500694F0E6}"/>
              </a:ext>
            </a:extLst>
          </p:cNvPr>
          <p:cNvSpPr/>
          <p:nvPr/>
        </p:nvSpPr>
        <p:spPr>
          <a:xfrm>
            <a:off x="5143500" y="5722402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Initial commit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546101F-9590-502D-5A6D-46A271218565}"/>
              </a:ext>
            </a:extLst>
          </p:cNvPr>
          <p:cNvSpPr/>
          <p:nvPr/>
        </p:nvSpPr>
        <p:spPr>
          <a:xfrm>
            <a:off x="7699248" y="5265202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8362D700-765B-93E0-0EA1-CA33DA792B09}"/>
              </a:ext>
            </a:extLst>
          </p:cNvPr>
          <p:cNvCxnSpPr>
            <a:cxnSpLocks/>
            <a:stCxn id="2" idx="2"/>
            <a:endCxn id="4" idx="3"/>
          </p:cNvCxnSpPr>
          <p:nvPr/>
        </p:nvCxnSpPr>
        <p:spPr>
          <a:xfrm rot="10800000" flipV="1">
            <a:off x="7048500" y="5722402"/>
            <a:ext cx="650748" cy="40277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1188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42D5-41B3-DC2F-1D84-1F163A76E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F5FC4E0-8E29-5A29-F17E-94C8AD38D380}"/>
              </a:ext>
            </a:extLst>
          </p:cNvPr>
          <p:cNvSpPr/>
          <p:nvPr/>
        </p:nvSpPr>
        <p:spPr>
          <a:xfrm>
            <a:off x="5143500" y="5722402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Initial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5A69AB-EA1D-58E3-BF14-F875322FAA88}"/>
              </a:ext>
            </a:extLst>
          </p:cNvPr>
          <p:cNvSpPr/>
          <p:nvPr/>
        </p:nvSpPr>
        <p:spPr>
          <a:xfrm>
            <a:off x="5143500" y="4302034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Analysis v1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8FFD147-4B8A-3B30-3AA0-989B14DDF2D6}"/>
              </a:ext>
            </a:extLst>
          </p:cNvPr>
          <p:cNvCxnSpPr>
            <a:stCxn id="4" idx="0"/>
            <a:endCxn id="5" idx="2"/>
          </p:cNvCxnSpPr>
          <p:nvPr/>
        </p:nvCxnSpPr>
        <p:spPr>
          <a:xfrm flipV="1">
            <a:off x="6096000" y="5107577"/>
            <a:ext cx="0" cy="614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625D0FF-C3E1-2A12-2FD9-E8E022A120C3}"/>
              </a:ext>
            </a:extLst>
          </p:cNvPr>
          <p:cNvSpPr/>
          <p:nvPr/>
        </p:nvSpPr>
        <p:spPr>
          <a:xfrm>
            <a:off x="7699248" y="3844834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3802930-B397-2736-3893-234E41C5064D}"/>
              </a:ext>
            </a:extLst>
          </p:cNvPr>
          <p:cNvCxnSpPr>
            <a:cxnSpLocks/>
            <a:stCxn id="7" idx="2"/>
          </p:cNvCxnSpPr>
          <p:nvPr/>
        </p:nvCxnSpPr>
        <p:spPr>
          <a:xfrm rot="10800000" flipV="1">
            <a:off x="7048500" y="4302034"/>
            <a:ext cx="650748" cy="40277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509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79705-3858-6CE4-2A28-BF2176B8A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F14ECCA-8662-B8CF-6351-9608A9C9B4C9}"/>
              </a:ext>
            </a:extLst>
          </p:cNvPr>
          <p:cNvSpPr/>
          <p:nvPr/>
        </p:nvSpPr>
        <p:spPr>
          <a:xfrm>
            <a:off x="5143500" y="5722402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Initial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5CB04B-949E-B150-2ECE-11E36AEF6535}"/>
              </a:ext>
            </a:extLst>
          </p:cNvPr>
          <p:cNvSpPr/>
          <p:nvPr/>
        </p:nvSpPr>
        <p:spPr>
          <a:xfrm>
            <a:off x="5143500" y="4302034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Analysis v1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C84831-513A-F34F-4530-70AFD5105F2E}"/>
              </a:ext>
            </a:extLst>
          </p:cNvPr>
          <p:cNvSpPr/>
          <p:nvPr/>
        </p:nvSpPr>
        <p:spPr>
          <a:xfrm>
            <a:off x="7447788" y="2808514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Start new feature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CB948AE-D2E4-B4A2-9D63-33CB5CB9CD2F}"/>
              </a:ext>
            </a:extLst>
          </p:cNvPr>
          <p:cNvCxnSpPr>
            <a:stCxn id="4" idx="0"/>
            <a:endCxn id="5" idx="2"/>
          </p:cNvCxnSpPr>
          <p:nvPr/>
        </p:nvCxnSpPr>
        <p:spPr>
          <a:xfrm flipV="1">
            <a:off x="6096000" y="5107577"/>
            <a:ext cx="0" cy="614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E51DC6EB-8E03-1F0B-235F-F6F942B3DB47}"/>
              </a:ext>
            </a:extLst>
          </p:cNvPr>
          <p:cNvSpPr/>
          <p:nvPr/>
        </p:nvSpPr>
        <p:spPr>
          <a:xfrm>
            <a:off x="9848088" y="2351314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0341103-661A-DC25-2001-6DC2E85C778F}"/>
              </a:ext>
            </a:extLst>
          </p:cNvPr>
          <p:cNvSpPr/>
          <p:nvPr/>
        </p:nvSpPr>
        <p:spPr>
          <a:xfrm>
            <a:off x="7699248" y="3844834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B1A233F-CEC7-CED7-DE46-630F3C56D550}"/>
              </a:ext>
            </a:extLst>
          </p:cNvPr>
          <p:cNvCxnSpPr>
            <a:cxnSpLocks/>
            <a:stCxn id="13" idx="2"/>
          </p:cNvCxnSpPr>
          <p:nvPr/>
        </p:nvCxnSpPr>
        <p:spPr>
          <a:xfrm rot="10800000" flipV="1">
            <a:off x="7048500" y="4302034"/>
            <a:ext cx="650748" cy="40277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F5FA9DF-0A6C-E29D-7ABF-83C33DD48EE1}"/>
              </a:ext>
            </a:extLst>
          </p:cNvPr>
          <p:cNvCxnSpPr>
            <a:stCxn id="5" idx="0"/>
            <a:endCxn id="6" idx="1"/>
          </p:cNvCxnSpPr>
          <p:nvPr/>
        </p:nvCxnSpPr>
        <p:spPr>
          <a:xfrm rot="5400000" flipH="1" flipV="1">
            <a:off x="6226520" y="3080766"/>
            <a:ext cx="1090748" cy="135178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12280DB-4CF5-A3A4-F5D5-B4B7F5D36D56}"/>
              </a:ext>
            </a:extLst>
          </p:cNvPr>
          <p:cNvCxnSpPr>
            <a:stCxn id="8" idx="2"/>
            <a:endCxn id="6" idx="3"/>
          </p:cNvCxnSpPr>
          <p:nvPr/>
        </p:nvCxnSpPr>
        <p:spPr>
          <a:xfrm rot="10800000" flipV="1">
            <a:off x="9352788" y="2808514"/>
            <a:ext cx="495300" cy="40277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184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449E3-BA13-ACF8-FAB2-CDBF39B82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38457D8-1A5A-B81D-D4DE-F382DD616D54}"/>
              </a:ext>
            </a:extLst>
          </p:cNvPr>
          <p:cNvSpPr/>
          <p:nvPr/>
        </p:nvSpPr>
        <p:spPr>
          <a:xfrm>
            <a:off x="5143500" y="5722402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Initial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4E86CF-F89A-F40E-2BDC-A013501BD274}"/>
              </a:ext>
            </a:extLst>
          </p:cNvPr>
          <p:cNvSpPr/>
          <p:nvPr/>
        </p:nvSpPr>
        <p:spPr>
          <a:xfrm>
            <a:off x="5143500" y="4302034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Analysis v1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1F1619-0D26-C992-D352-99F0CADDD1E3}"/>
              </a:ext>
            </a:extLst>
          </p:cNvPr>
          <p:cNvSpPr/>
          <p:nvPr/>
        </p:nvSpPr>
        <p:spPr>
          <a:xfrm>
            <a:off x="7447788" y="2799370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Start new feature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262F74-E8D4-C956-CBED-375303110588}"/>
              </a:ext>
            </a:extLst>
          </p:cNvPr>
          <p:cNvSpPr/>
          <p:nvPr/>
        </p:nvSpPr>
        <p:spPr>
          <a:xfrm>
            <a:off x="7447788" y="1412530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Finish new feature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7C1A9B4-A322-A68D-5283-B264E5F71D48}"/>
              </a:ext>
            </a:extLst>
          </p:cNvPr>
          <p:cNvCxnSpPr>
            <a:stCxn id="4" idx="0"/>
            <a:endCxn id="5" idx="2"/>
          </p:cNvCxnSpPr>
          <p:nvPr/>
        </p:nvCxnSpPr>
        <p:spPr>
          <a:xfrm flipV="1">
            <a:off x="6096000" y="5107577"/>
            <a:ext cx="0" cy="614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1861591-747B-E268-8D40-88D745DABF5D}"/>
              </a:ext>
            </a:extLst>
          </p:cNvPr>
          <p:cNvCxnSpPr>
            <a:stCxn id="6" idx="0"/>
            <a:endCxn id="7" idx="2"/>
          </p:cNvCxnSpPr>
          <p:nvPr/>
        </p:nvCxnSpPr>
        <p:spPr>
          <a:xfrm flipV="1">
            <a:off x="8400288" y="2218073"/>
            <a:ext cx="0" cy="5812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4E6996B8-9DE7-65DA-2997-8990C19D4FF2}"/>
              </a:ext>
            </a:extLst>
          </p:cNvPr>
          <p:cNvSpPr/>
          <p:nvPr/>
        </p:nvSpPr>
        <p:spPr>
          <a:xfrm>
            <a:off x="7699248" y="3844834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D438D70-272E-52E7-F508-E7C2D015079E}"/>
              </a:ext>
            </a:extLst>
          </p:cNvPr>
          <p:cNvCxnSpPr>
            <a:stCxn id="11" idx="2"/>
            <a:endCxn id="5" idx="3"/>
          </p:cNvCxnSpPr>
          <p:nvPr/>
        </p:nvCxnSpPr>
        <p:spPr>
          <a:xfrm rot="10800000" flipV="1">
            <a:off x="7048500" y="4302034"/>
            <a:ext cx="650748" cy="40277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FC0A80-8015-8ECE-4D1D-98EFA930FD36}"/>
              </a:ext>
            </a:extLst>
          </p:cNvPr>
          <p:cNvCxnSpPr>
            <a:stCxn id="5" idx="0"/>
            <a:endCxn id="6" idx="1"/>
          </p:cNvCxnSpPr>
          <p:nvPr/>
        </p:nvCxnSpPr>
        <p:spPr>
          <a:xfrm rot="5400000" flipH="1" flipV="1">
            <a:off x="6221948" y="3076194"/>
            <a:ext cx="1099892" cy="135178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C2D1A84A-29F8-5EFF-AC17-A55AFBCFDF92}"/>
              </a:ext>
            </a:extLst>
          </p:cNvPr>
          <p:cNvSpPr/>
          <p:nvPr/>
        </p:nvSpPr>
        <p:spPr>
          <a:xfrm>
            <a:off x="9848088" y="623533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</a:t>
            </a:r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D19B443-6056-1285-0C76-36F74709E36E}"/>
              </a:ext>
            </a:extLst>
          </p:cNvPr>
          <p:cNvCxnSpPr>
            <a:cxnSpLocks/>
            <a:stCxn id="21" idx="2"/>
          </p:cNvCxnSpPr>
          <p:nvPr/>
        </p:nvCxnSpPr>
        <p:spPr>
          <a:xfrm rot="10800000" flipV="1">
            <a:off x="9352788" y="1080732"/>
            <a:ext cx="495300" cy="7162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0894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9B4D8-54C6-D821-C6E1-DD4303C3A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EDD62DD-C33C-E571-E919-A7018F262E2A}"/>
              </a:ext>
            </a:extLst>
          </p:cNvPr>
          <p:cNvSpPr/>
          <p:nvPr/>
        </p:nvSpPr>
        <p:spPr>
          <a:xfrm>
            <a:off x="5143500" y="5722402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Initial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414CC1A-DA77-62B8-0DC6-08B9A3AA0904}"/>
              </a:ext>
            </a:extLst>
          </p:cNvPr>
          <p:cNvSpPr/>
          <p:nvPr/>
        </p:nvSpPr>
        <p:spPr>
          <a:xfrm>
            <a:off x="5143500" y="4302034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Analysis v1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93FEA9-9300-9D3A-BCE3-0FDB98268B60}"/>
              </a:ext>
            </a:extLst>
          </p:cNvPr>
          <p:cNvSpPr/>
          <p:nvPr/>
        </p:nvSpPr>
        <p:spPr>
          <a:xfrm>
            <a:off x="7447788" y="3293146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Start new feature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038288-88D0-292F-7D98-DA766CC0E8BD}"/>
              </a:ext>
            </a:extLst>
          </p:cNvPr>
          <p:cNvSpPr/>
          <p:nvPr/>
        </p:nvSpPr>
        <p:spPr>
          <a:xfrm>
            <a:off x="7447788" y="1906306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Finish new feature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0423B5-459F-0D0A-ECCC-BDAF7448EB2C}"/>
              </a:ext>
            </a:extLst>
          </p:cNvPr>
          <p:cNvSpPr/>
          <p:nvPr/>
        </p:nvSpPr>
        <p:spPr>
          <a:xfrm>
            <a:off x="5143500" y="439783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Merge new feature – v2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993431-62CF-5D3E-544E-D0C82455632E}"/>
              </a:ext>
            </a:extLst>
          </p:cNvPr>
          <p:cNvCxnSpPr>
            <a:stCxn id="4" idx="0"/>
            <a:endCxn id="5" idx="2"/>
          </p:cNvCxnSpPr>
          <p:nvPr/>
        </p:nvCxnSpPr>
        <p:spPr>
          <a:xfrm flipV="1">
            <a:off x="6096000" y="5107577"/>
            <a:ext cx="0" cy="614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40B3146-736C-4502-349F-933F60B244BD}"/>
              </a:ext>
            </a:extLst>
          </p:cNvPr>
          <p:cNvCxnSpPr>
            <a:stCxn id="5" idx="3"/>
            <a:endCxn id="6" idx="2"/>
          </p:cNvCxnSpPr>
          <p:nvPr/>
        </p:nvCxnSpPr>
        <p:spPr>
          <a:xfrm flipV="1">
            <a:off x="7048500" y="4098689"/>
            <a:ext cx="1351788" cy="60611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B3A7E64-E4CB-1A7B-439D-FD8573143F73}"/>
              </a:ext>
            </a:extLst>
          </p:cNvPr>
          <p:cNvCxnSpPr>
            <a:stCxn id="6" idx="0"/>
            <a:endCxn id="7" idx="2"/>
          </p:cNvCxnSpPr>
          <p:nvPr/>
        </p:nvCxnSpPr>
        <p:spPr>
          <a:xfrm flipV="1">
            <a:off x="8400288" y="2711849"/>
            <a:ext cx="0" cy="5812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6C764D-DDF8-260D-383C-BD13321B31E4}"/>
              </a:ext>
            </a:extLst>
          </p:cNvPr>
          <p:cNvCxnSpPr>
            <a:stCxn id="5" idx="0"/>
            <a:endCxn id="8" idx="2"/>
          </p:cNvCxnSpPr>
          <p:nvPr/>
        </p:nvCxnSpPr>
        <p:spPr>
          <a:xfrm flipV="1">
            <a:off x="6096000" y="1245326"/>
            <a:ext cx="0" cy="30567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44B9E02A-F425-581C-9AD3-DA4245AC695E}"/>
              </a:ext>
            </a:extLst>
          </p:cNvPr>
          <p:cNvCxnSpPr>
            <a:stCxn id="7" idx="0"/>
            <a:endCxn id="8" idx="2"/>
          </p:cNvCxnSpPr>
          <p:nvPr/>
        </p:nvCxnSpPr>
        <p:spPr>
          <a:xfrm rot="16200000" flipV="1">
            <a:off x="6917654" y="423672"/>
            <a:ext cx="660980" cy="23042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751A7A6-E5B0-2D4E-8792-86BFCC463723}"/>
              </a:ext>
            </a:extLst>
          </p:cNvPr>
          <p:cNvSpPr/>
          <p:nvPr/>
        </p:nvSpPr>
        <p:spPr>
          <a:xfrm>
            <a:off x="9848088" y="1135597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950FE90-ED63-64F7-2A4F-50AAE3D7AC88}"/>
              </a:ext>
            </a:extLst>
          </p:cNvPr>
          <p:cNvSpPr/>
          <p:nvPr/>
        </p:nvSpPr>
        <p:spPr>
          <a:xfrm>
            <a:off x="7618477" y="64442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B325EBD3-2DA8-D1F9-2562-C56423AE20B9}"/>
              </a:ext>
            </a:extLst>
          </p:cNvPr>
          <p:cNvCxnSpPr>
            <a:cxnSpLocks/>
            <a:stCxn id="11" idx="2"/>
            <a:endCxn id="7" idx="3"/>
          </p:cNvCxnSpPr>
          <p:nvPr/>
        </p:nvCxnSpPr>
        <p:spPr>
          <a:xfrm rot="10800000" flipV="1">
            <a:off x="9352788" y="1592796"/>
            <a:ext cx="495300" cy="7162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7F0AB79-6B6C-DF7E-D6E9-BEEF1412476C}"/>
              </a:ext>
            </a:extLst>
          </p:cNvPr>
          <p:cNvCxnSpPr>
            <a:cxnSpLocks/>
            <a:stCxn id="13" idx="2"/>
            <a:endCxn id="8" idx="3"/>
          </p:cNvCxnSpPr>
          <p:nvPr/>
        </p:nvCxnSpPr>
        <p:spPr>
          <a:xfrm rot="10800000" flipV="1">
            <a:off x="7048501" y="521641"/>
            <a:ext cx="569977" cy="32091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232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743D5-6754-BBE0-F214-DA9F1D6CF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6A28072C-A0D0-1D1F-AACB-1AF69E67E2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6304" y="4644265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2B337F8C-4A92-5BA9-2A41-9C849B7071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8" y="3635944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09150445-3CC9-2655-3033-490C30AF98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1621" y="49612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Arrow: Right 49">
            <a:extLst>
              <a:ext uri="{FF2B5EF4-FFF2-40B4-BE49-F238E27FC236}">
                <a16:creationId xmlns:a16="http://schemas.microsoft.com/office/drawing/2014/main" id="{A8B01D38-65D6-5552-B56E-32F04E5910C0}"/>
              </a:ext>
            </a:extLst>
          </p:cNvPr>
          <p:cNvSpPr/>
          <p:nvPr/>
        </p:nvSpPr>
        <p:spPr>
          <a:xfrm rot="19862585">
            <a:off x="3382275" y="3197075"/>
            <a:ext cx="1674704" cy="587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8F020151-3D0D-7EC2-9247-D23854E7AEBD}"/>
              </a:ext>
            </a:extLst>
          </p:cNvPr>
          <p:cNvSpPr/>
          <p:nvPr/>
        </p:nvSpPr>
        <p:spPr>
          <a:xfrm rot="2325371">
            <a:off x="7695856" y="3232208"/>
            <a:ext cx="1674704" cy="587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DE4CCF8-2ADD-3A92-8A85-120FD95F9208}"/>
              </a:ext>
            </a:extLst>
          </p:cNvPr>
          <p:cNvGrpSpPr/>
          <p:nvPr/>
        </p:nvGrpSpPr>
        <p:grpSpPr>
          <a:xfrm>
            <a:off x="1723644" y="3997906"/>
            <a:ext cx="1796796" cy="2017975"/>
            <a:chOff x="1723644" y="3997906"/>
            <a:chExt cx="1796796" cy="20179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3F13EFA-64E8-765A-EEC5-1F6C851BDADC}"/>
                </a:ext>
              </a:extLst>
            </p:cNvPr>
            <p:cNvSpPr/>
            <p:nvPr/>
          </p:nvSpPr>
          <p:spPr>
            <a:xfrm>
              <a:off x="1723644" y="5791486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BE5D53E-51E9-AFEE-8AE3-A7A05F5E920D}"/>
                </a:ext>
              </a:extLst>
            </p:cNvPr>
            <p:cNvSpPr/>
            <p:nvPr/>
          </p:nvSpPr>
          <p:spPr>
            <a:xfrm>
              <a:off x="1723644" y="539582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968B69B-F8D7-E660-2EF1-0793178E79E8}"/>
                </a:ext>
              </a:extLst>
            </p:cNvPr>
            <p:cNvSpPr/>
            <p:nvPr/>
          </p:nvSpPr>
          <p:spPr>
            <a:xfrm>
              <a:off x="2431686" y="5114784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c3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0FED5A-CAD8-2887-EAE4-A19095F2A1CD}"/>
                </a:ext>
              </a:extLst>
            </p:cNvPr>
            <p:cNvSpPr/>
            <p:nvPr/>
          </p:nvSpPr>
          <p:spPr>
            <a:xfrm>
              <a:off x="2431686" y="472846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c4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1769259-F451-8549-0997-79EB16B51ED0}"/>
                </a:ext>
              </a:extLst>
            </p:cNvPr>
            <p:cNvSpPr/>
            <p:nvPr/>
          </p:nvSpPr>
          <p:spPr>
            <a:xfrm>
              <a:off x="1723644" y="431994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997434D-8FFA-B7C9-7E08-B0DF30C0B623}"/>
                </a:ext>
              </a:extLst>
            </p:cNvPr>
            <p:cNvCxnSpPr>
              <a:stCxn id="4" idx="0"/>
              <a:endCxn id="5" idx="2"/>
            </p:cNvCxnSpPr>
            <p:nvPr/>
          </p:nvCxnSpPr>
          <p:spPr>
            <a:xfrm flipV="1">
              <a:off x="2016320" y="5620218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id="{045066B4-0ABB-AB30-BC90-820FDA2C58D9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 flipV="1">
              <a:off x="2308996" y="5339178"/>
              <a:ext cx="415366" cy="16884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D3529AA-E715-110D-CEE0-49F0938060CC}"/>
                </a:ext>
              </a:extLst>
            </p:cNvPr>
            <p:cNvCxnSpPr>
              <a:stCxn id="6" idx="0"/>
              <a:endCxn id="7" idx="2"/>
            </p:cNvCxnSpPr>
            <p:nvPr/>
          </p:nvCxnSpPr>
          <p:spPr>
            <a:xfrm flipV="1">
              <a:off x="2724361" y="4952856"/>
              <a:ext cx="0" cy="1619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DE3735DB-705C-82C1-2A2A-A819DEFD6C15}"/>
                </a:ext>
              </a:extLst>
            </p:cNvPr>
            <p:cNvCxnSpPr>
              <a:cxnSpLocks/>
              <a:stCxn id="7" idx="0"/>
              <a:endCxn id="8" idx="3"/>
            </p:cNvCxnSpPr>
            <p:nvPr/>
          </p:nvCxnSpPr>
          <p:spPr>
            <a:xfrm rot="16200000" flipV="1">
              <a:off x="2368518" y="4372616"/>
              <a:ext cx="296322" cy="415366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648F716-4088-FFED-AE17-B5DAE2FA7E12}"/>
                </a:ext>
              </a:extLst>
            </p:cNvPr>
            <p:cNvSpPr/>
            <p:nvPr/>
          </p:nvSpPr>
          <p:spPr>
            <a:xfrm>
              <a:off x="3169229" y="4513769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7E72DE6-CD96-65AF-4ECE-6B39E4E25CF4}"/>
                </a:ext>
              </a:extLst>
            </p:cNvPr>
            <p:cNvSpPr/>
            <p:nvPr/>
          </p:nvSpPr>
          <p:spPr>
            <a:xfrm>
              <a:off x="2553413" y="3997906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1288F573-1B00-C897-812B-0A589840F40C}"/>
                </a:ext>
              </a:extLst>
            </p:cNvPr>
            <p:cNvCxnSpPr>
              <a:cxnSpLocks/>
              <a:stCxn id="11" idx="2"/>
              <a:endCxn id="7" idx="3"/>
            </p:cNvCxnSpPr>
            <p:nvPr/>
          </p:nvCxnSpPr>
          <p:spPr>
            <a:xfrm rot="10800000" flipV="1">
              <a:off x="3017037" y="4641128"/>
              <a:ext cx="152192" cy="19953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085CAD66-4B9B-9CE6-A522-11B5C352ECB1}"/>
                </a:ext>
              </a:extLst>
            </p:cNvPr>
            <p:cNvCxnSpPr>
              <a:cxnSpLocks/>
              <a:stCxn id="13" idx="2"/>
              <a:endCxn id="8" idx="3"/>
            </p:cNvCxnSpPr>
            <p:nvPr/>
          </p:nvCxnSpPr>
          <p:spPr>
            <a:xfrm rot="10800000" flipV="1">
              <a:off x="2308997" y="4125266"/>
              <a:ext cx="244417" cy="306872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AC0AA5C4-5CD4-FF01-5CF4-20D26E26CD0E}"/>
                </a:ext>
              </a:extLst>
            </p:cNvPr>
            <p:cNvCxnSpPr>
              <a:stCxn id="5" idx="0"/>
              <a:endCxn id="8" idx="2"/>
            </p:cNvCxnSpPr>
            <p:nvPr/>
          </p:nvCxnSpPr>
          <p:spPr>
            <a:xfrm flipV="1">
              <a:off x="2016320" y="4544335"/>
              <a:ext cx="0" cy="8514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EE3B1947-AF2C-A69E-1F1F-D6EC0A1FCFC9}"/>
              </a:ext>
            </a:extLst>
          </p:cNvPr>
          <p:cNvGrpSpPr/>
          <p:nvPr/>
        </p:nvGrpSpPr>
        <p:grpSpPr>
          <a:xfrm>
            <a:off x="5592535" y="1371256"/>
            <a:ext cx="1796796" cy="2017975"/>
            <a:chOff x="1723644" y="3997906"/>
            <a:chExt cx="1796796" cy="2017975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425A56D1-732E-3BE0-96F7-CE425C0CA4B6}"/>
                </a:ext>
              </a:extLst>
            </p:cNvPr>
            <p:cNvSpPr/>
            <p:nvPr/>
          </p:nvSpPr>
          <p:spPr>
            <a:xfrm>
              <a:off x="1723644" y="5791486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BF5A43D9-4EAE-C848-9332-20C4F066C3D9}"/>
                </a:ext>
              </a:extLst>
            </p:cNvPr>
            <p:cNvSpPr/>
            <p:nvPr/>
          </p:nvSpPr>
          <p:spPr>
            <a:xfrm>
              <a:off x="1723644" y="539582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0D9448A8-F517-1B81-3097-283E9DD9C85E}"/>
                </a:ext>
              </a:extLst>
            </p:cNvPr>
            <p:cNvSpPr/>
            <p:nvPr/>
          </p:nvSpPr>
          <p:spPr>
            <a:xfrm>
              <a:off x="2431686" y="5114784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c3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FBFADEB8-E8B8-48E7-3517-88E775EAEE80}"/>
                </a:ext>
              </a:extLst>
            </p:cNvPr>
            <p:cNvSpPr/>
            <p:nvPr/>
          </p:nvSpPr>
          <p:spPr>
            <a:xfrm>
              <a:off x="2431686" y="472846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c4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C502F4B-36B1-8726-EDED-C4331C53D00F}"/>
                </a:ext>
              </a:extLst>
            </p:cNvPr>
            <p:cNvSpPr/>
            <p:nvPr/>
          </p:nvSpPr>
          <p:spPr>
            <a:xfrm>
              <a:off x="1723644" y="431994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3B892F4-56DC-C938-0D4C-FCFF41B55807}"/>
                </a:ext>
              </a:extLst>
            </p:cNvPr>
            <p:cNvCxnSpPr>
              <a:stCxn id="58" idx="0"/>
              <a:endCxn id="59" idx="2"/>
            </p:cNvCxnSpPr>
            <p:nvPr/>
          </p:nvCxnSpPr>
          <p:spPr>
            <a:xfrm flipV="1">
              <a:off x="2016320" y="5620218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4" name="Connector: Elbow 1023">
              <a:extLst>
                <a:ext uri="{FF2B5EF4-FFF2-40B4-BE49-F238E27FC236}">
                  <a16:creationId xmlns:a16="http://schemas.microsoft.com/office/drawing/2014/main" id="{C51DC430-E3BC-0C90-F54A-FCF1887E2EBF}"/>
                </a:ext>
              </a:extLst>
            </p:cNvPr>
            <p:cNvCxnSpPr>
              <a:stCxn id="59" idx="3"/>
              <a:endCxn id="60" idx="2"/>
            </p:cNvCxnSpPr>
            <p:nvPr/>
          </p:nvCxnSpPr>
          <p:spPr>
            <a:xfrm flipV="1">
              <a:off x="2308996" y="5339178"/>
              <a:ext cx="415366" cy="16884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5" name="Straight Arrow Connector 1024">
              <a:extLst>
                <a:ext uri="{FF2B5EF4-FFF2-40B4-BE49-F238E27FC236}">
                  <a16:creationId xmlns:a16="http://schemas.microsoft.com/office/drawing/2014/main" id="{C76D4796-F78B-04BC-AED6-667B45386A2F}"/>
                </a:ext>
              </a:extLst>
            </p:cNvPr>
            <p:cNvCxnSpPr>
              <a:stCxn id="60" idx="0"/>
              <a:endCxn id="61" idx="2"/>
            </p:cNvCxnSpPr>
            <p:nvPr/>
          </p:nvCxnSpPr>
          <p:spPr>
            <a:xfrm flipV="1">
              <a:off x="2724361" y="4952856"/>
              <a:ext cx="0" cy="1619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" name="Connector: Elbow 1026">
              <a:extLst>
                <a:ext uri="{FF2B5EF4-FFF2-40B4-BE49-F238E27FC236}">
                  <a16:creationId xmlns:a16="http://schemas.microsoft.com/office/drawing/2014/main" id="{10C06DCD-0674-A951-E260-83A72D9D44EC}"/>
                </a:ext>
              </a:extLst>
            </p:cNvPr>
            <p:cNvCxnSpPr>
              <a:cxnSpLocks/>
              <a:stCxn id="61" idx="0"/>
              <a:endCxn id="62" idx="3"/>
            </p:cNvCxnSpPr>
            <p:nvPr/>
          </p:nvCxnSpPr>
          <p:spPr>
            <a:xfrm rot="16200000" flipV="1">
              <a:off x="2368518" y="4372616"/>
              <a:ext cx="296322" cy="415366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9" name="Oval 1028">
              <a:extLst>
                <a:ext uri="{FF2B5EF4-FFF2-40B4-BE49-F238E27FC236}">
                  <a16:creationId xmlns:a16="http://schemas.microsoft.com/office/drawing/2014/main" id="{84B2A179-C7ED-5D63-39E3-52F3D7E59B77}"/>
                </a:ext>
              </a:extLst>
            </p:cNvPr>
            <p:cNvSpPr/>
            <p:nvPr/>
          </p:nvSpPr>
          <p:spPr>
            <a:xfrm>
              <a:off x="3169229" y="4513769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sp>
          <p:nvSpPr>
            <p:cNvPr id="1030" name="Oval 1029">
              <a:extLst>
                <a:ext uri="{FF2B5EF4-FFF2-40B4-BE49-F238E27FC236}">
                  <a16:creationId xmlns:a16="http://schemas.microsoft.com/office/drawing/2014/main" id="{F47FD3F9-D802-E361-5FAF-2D1511E92D29}"/>
                </a:ext>
              </a:extLst>
            </p:cNvPr>
            <p:cNvSpPr/>
            <p:nvPr/>
          </p:nvSpPr>
          <p:spPr>
            <a:xfrm>
              <a:off x="2553413" y="3997906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031" name="Connector: Elbow 1030">
              <a:extLst>
                <a:ext uri="{FF2B5EF4-FFF2-40B4-BE49-F238E27FC236}">
                  <a16:creationId xmlns:a16="http://schemas.microsoft.com/office/drawing/2014/main" id="{D8FE3006-BBEA-586F-6667-E691507A2F60}"/>
                </a:ext>
              </a:extLst>
            </p:cNvPr>
            <p:cNvCxnSpPr>
              <a:cxnSpLocks/>
              <a:stCxn id="1029" idx="2"/>
              <a:endCxn id="61" idx="3"/>
            </p:cNvCxnSpPr>
            <p:nvPr/>
          </p:nvCxnSpPr>
          <p:spPr>
            <a:xfrm rot="10800000" flipV="1">
              <a:off x="3017037" y="4641128"/>
              <a:ext cx="152192" cy="19953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2" name="Connector: Elbow 1031">
              <a:extLst>
                <a:ext uri="{FF2B5EF4-FFF2-40B4-BE49-F238E27FC236}">
                  <a16:creationId xmlns:a16="http://schemas.microsoft.com/office/drawing/2014/main" id="{D12A1787-3F86-9FAB-F383-0E6344F20648}"/>
                </a:ext>
              </a:extLst>
            </p:cNvPr>
            <p:cNvCxnSpPr>
              <a:cxnSpLocks/>
              <a:stCxn id="1030" idx="2"/>
              <a:endCxn id="62" idx="3"/>
            </p:cNvCxnSpPr>
            <p:nvPr/>
          </p:nvCxnSpPr>
          <p:spPr>
            <a:xfrm rot="10800000" flipV="1">
              <a:off x="2308997" y="4125266"/>
              <a:ext cx="244417" cy="306872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3" name="Straight Connector 1032">
              <a:extLst>
                <a:ext uri="{FF2B5EF4-FFF2-40B4-BE49-F238E27FC236}">
                  <a16:creationId xmlns:a16="http://schemas.microsoft.com/office/drawing/2014/main" id="{D6BB9B08-7B8E-0E1D-9BB2-185DB5C181EC}"/>
                </a:ext>
              </a:extLst>
            </p:cNvPr>
            <p:cNvCxnSpPr>
              <a:stCxn id="59" idx="0"/>
              <a:endCxn id="62" idx="2"/>
            </p:cNvCxnSpPr>
            <p:nvPr/>
          </p:nvCxnSpPr>
          <p:spPr>
            <a:xfrm flipV="1">
              <a:off x="2016320" y="4544335"/>
              <a:ext cx="0" cy="8514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4" name="Group 1053">
            <a:extLst>
              <a:ext uri="{FF2B5EF4-FFF2-40B4-BE49-F238E27FC236}">
                <a16:creationId xmlns:a16="http://schemas.microsoft.com/office/drawing/2014/main" id="{7B570923-8CF8-6DC4-713D-53ED1BF4378C}"/>
              </a:ext>
            </a:extLst>
          </p:cNvPr>
          <p:cNvGrpSpPr/>
          <p:nvPr/>
        </p:nvGrpSpPr>
        <p:grpSpPr>
          <a:xfrm>
            <a:off x="9805809" y="4228926"/>
            <a:ext cx="1252149" cy="1268102"/>
            <a:chOff x="9028569" y="4887294"/>
            <a:chExt cx="1252149" cy="1268102"/>
          </a:xfrm>
        </p:grpSpPr>
        <p:sp>
          <p:nvSpPr>
            <p:cNvPr id="1037" name="Rectangle 1036">
              <a:extLst>
                <a:ext uri="{FF2B5EF4-FFF2-40B4-BE49-F238E27FC236}">
                  <a16:creationId xmlns:a16="http://schemas.microsoft.com/office/drawing/2014/main" id="{E62BB93C-06DD-C3BC-697D-CB88410D5397}"/>
                </a:ext>
              </a:extLst>
            </p:cNvPr>
            <p:cNvSpPr/>
            <p:nvPr/>
          </p:nvSpPr>
          <p:spPr>
            <a:xfrm>
              <a:off x="9028569" y="5931001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1038" name="Rectangle 1037">
              <a:extLst>
                <a:ext uri="{FF2B5EF4-FFF2-40B4-BE49-F238E27FC236}">
                  <a16:creationId xmlns:a16="http://schemas.microsoft.com/office/drawing/2014/main" id="{BDE95208-F9F6-FB11-9B34-E6502C7CD5F0}"/>
                </a:ext>
              </a:extLst>
            </p:cNvPr>
            <p:cNvSpPr/>
            <p:nvPr/>
          </p:nvSpPr>
          <p:spPr>
            <a:xfrm>
              <a:off x="9028569" y="5535338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1041" name="Rectangle 1040">
              <a:extLst>
                <a:ext uri="{FF2B5EF4-FFF2-40B4-BE49-F238E27FC236}">
                  <a16:creationId xmlns:a16="http://schemas.microsoft.com/office/drawing/2014/main" id="{BF38FB8A-F612-33E4-4D52-74E46757BA52}"/>
                </a:ext>
              </a:extLst>
            </p:cNvPr>
            <p:cNvSpPr/>
            <p:nvPr/>
          </p:nvSpPr>
          <p:spPr>
            <a:xfrm>
              <a:off x="9028569" y="5136111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1042" name="Straight Arrow Connector 1041">
              <a:extLst>
                <a:ext uri="{FF2B5EF4-FFF2-40B4-BE49-F238E27FC236}">
                  <a16:creationId xmlns:a16="http://schemas.microsoft.com/office/drawing/2014/main" id="{6224BB77-32DD-D17B-FBC7-EE50CBED518E}"/>
                </a:ext>
              </a:extLst>
            </p:cNvPr>
            <p:cNvCxnSpPr>
              <a:stCxn id="1037" idx="0"/>
              <a:endCxn id="1038" idx="2"/>
            </p:cNvCxnSpPr>
            <p:nvPr/>
          </p:nvCxnSpPr>
          <p:spPr>
            <a:xfrm flipV="1">
              <a:off x="9321245" y="5759733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47" name="Oval 1046">
              <a:extLst>
                <a:ext uri="{FF2B5EF4-FFF2-40B4-BE49-F238E27FC236}">
                  <a16:creationId xmlns:a16="http://schemas.microsoft.com/office/drawing/2014/main" id="{BD826A4B-05AF-E3C2-82FA-071854C31150}"/>
                </a:ext>
              </a:extLst>
            </p:cNvPr>
            <p:cNvSpPr/>
            <p:nvPr/>
          </p:nvSpPr>
          <p:spPr>
            <a:xfrm>
              <a:off x="9929507" y="4887294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049" name="Connector: Elbow 1048">
              <a:extLst>
                <a:ext uri="{FF2B5EF4-FFF2-40B4-BE49-F238E27FC236}">
                  <a16:creationId xmlns:a16="http://schemas.microsoft.com/office/drawing/2014/main" id="{463E0869-E2C2-6CF6-E7EE-C518872414D8}"/>
                </a:ext>
              </a:extLst>
            </p:cNvPr>
            <p:cNvCxnSpPr>
              <a:cxnSpLocks/>
              <a:stCxn id="1047" idx="2"/>
              <a:endCxn id="1041" idx="3"/>
            </p:cNvCxnSpPr>
            <p:nvPr/>
          </p:nvCxnSpPr>
          <p:spPr>
            <a:xfrm rot="10800000" flipV="1">
              <a:off x="9613921" y="5014653"/>
              <a:ext cx="315586" cy="233655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2" name="Straight Arrow Connector 1051">
              <a:extLst>
                <a:ext uri="{FF2B5EF4-FFF2-40B4-BE49-F238E27FC236}">
                  <a16:creationId xmlns:a16="http://schemas.microsoft.com/office/drawing/2014/main" id="{77EFD57A-E57A-F881-A70E-8C9F053F9192}"/>
                </a:ext>
              </a:extLst>
            </p:cNvPr>
            <p:cNvCxnSpPr>
              <a:stCxn id="1038" idx="0"/>
              <a:endCxn id="1041" idx="2"/>
            </p:cNvCxnSpPr>
            <p:nvPr/>
          </p:nvCxnSpPr>
          <p:spPr>
            <a:xfrm flipV="1">
              <a:off x="9321245" y="5360506"/>
              <a:ext cx="0" cy="1748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0037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6FB3F-24D4-D325-416F-9B9C6B814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2CE757F2-E0A2-A3D8-320A-0D8BC5F9AE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8" y="3635944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DE5F18D3-B651-0A37-3E1A-5D3A6BEF4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1621" y="49612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D9E3C12D-0FCC-1E08-049F-A04266F3E2FA}"/>
              </a:ext>
            </a:extLst>
          </p:cNvPr>
          <p:cNvGrpSpPr/>
          <p:nvPr/>
        </p:nvGrpSpPr>
        <p:grpSpPr>
          <a:xfrm>
            <a:off x="5592535" y="1371256"/>
            <a:ext cx="1796796" cy="2017975"/>
            <a:chOff x="1723644" y="3997906"/>
            <a:chExt cx="1796796" cy="2017975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FDF19521-575E-B9C1-56E2-DFAA0E0D0FC8}"/>
                </a:ext>
              </a:extLst>
            </p:cNvPr>
            <p:cNvSpPr/>
            <p:nvPr/>
          </p:nvSpPr>
          <p:spPr>
            <a:xfrm>
              <a:off x="1723644" y="5791486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F474E0A-34E1-3A10-3B5B-0233387FB714}"/>
                </a:ext>
              </a:extLst>
            </p:cNvPr>
            <p:cNvSpPr/>
            <p:nvPr/>
          </p:nvSpPr>
          <p:spPr>
            <a:xfrm>
              <a:off x="1723644" y="539582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7E45310B-20B6-8577-D952-B34CE0EB89CE}"/>
                </a:ext>
              </a:extLst>
            </p:cNvPr>
            <p:cNvSpPr/>
            <p:nvPr/>
          </p:nvSpPr>
          <p:spPr>
            <a:xfrm>
              <a:off x="2431686" y="5114784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c3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3C6EE741-4422-0046-B1B7-F2BF2D156038}"/>
                </a:ext>
              </a:extLst>
            </p:cNvPr>
            <p:cNvSpPr/>
            <p:nvPr/>
          </p:nvSpPr>
          <p:spPr>
            <a:xfrm>
              <a:off x="2431686" y="472846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c4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AD947D5-544A-F0B2-F27A-A80EC9CDFF6E}"/>
                </a:ext>
              </a:extLst>
            </p:cNvPr>
            <p:cNvSpPr/>
            <p:nvPr/>
          </p:nvSpPr>
          <p:spPr>
            <a:xfrm>
              <a:off x="1723644" y="431994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BA1DAA88-BEB7-9943-F3CF-7FA84B226A2D}"/>
                </a:ext>
              </a:extLst>
            </p:cNvPr>
            <p:cNvCxnSpPr>
              <a:stCxn id="58" idx="0"/>
              <a:endCxn id="59" idx="2"/>
            </p:cNvCxnSpPr>
            <p:nvPr/>
          </p:nvCxnSpPr>
          <p:spPr>
            <a:xfrm flipV="1">
              <a:off x="2016320" y="5620218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4" name="Connector: Elbow 1023">
              <a:extLst>
                <a:ext uri="{FF2B5EF4-FFF2-40B4-BE49-F238E27FC236}">
                  <a16:creationId xmlns:a16="http://schemas.microsoft.com/office/drawing/2014/main" id="{26522A2B-0537-6589-EF60-5F501AD12A2F}"/>
                </a:ext>
              </a:extLst>
            </p:cNvPr>
            <p:cNvCxnSpPr>
              <a:stCxn id="59" idx="3"/>
              <a:endCxn id="60" idx="2"/>
            </p:cNvCxnSpPr>
            <p:nvPr/>
          </p:nvCxnSpPr>
          <p:spPr>
            <a:xfrm flipV="1">
              <a:off x="2308996" y="5339178"/>
              <a:ext cx="415366" cy="16884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5" name="Straight Arrow Connector 1024">
              <a:extLst>
                <a:ext uri="{FF2B5EF4-FFF2-40B4-BE49-F238E27FC236}">
                  <a16:creationId xmlns:a16="http://schemas.microsoft.com/office/drawing/2014/main" id="{532FEC7D-A90C-339D-B6B5-CB82DABC04C1}"/>
                </a:ext>
              </a:extLst>
            </p:cNvPr>
            <p:cNvCxnSpPr>
              <a:stCxn id="60" idx="0"/>
              <a:endCxn id="61" idx="2"/>
            </p:cNvCxnSpPr>
            <p:nvPr/>
          </p:nvCxnSpPr>
          <p:spPr>
            <a:xfrm flipV="1">
              <a:off x="2724361" y="4952856"/>
              <a:ext cx="0" cy="1619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" name="Connector: Elbow 1026">
              <a:extLst>
                <a:ext uri="{FF2B5EF4-FFF2-40B4-BE49-F238E27FC236}">
                  <a16:creationId xmlns:a16="http://schemas.microsoft.com/office/drawing/2014/main" id="{4109E796-C504-5211-33CE-443665A08CEF}"/>
                </a:ext>
              </a:extLst>
            </p:cNvPr>
            <p:cNvCxnSpPr>
              <a:cxnSpLocks/>
              <a:stCxn id="61" idx="0"/>
              <a:endCxn id="62" idx="3"/>
            </p:cNvCxnSpPr>
            <p:nvPr/>
          </p:nvCxnSpPr>
          <p:spPr>
            <a:xfrm rot="16200000" flipV="1">
              <a:off x="2368518" y="4372616"/>
              <a:ext cx="296322" cy="415366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9" name="Oval 1028">
              <a:extLst>
                <a:ext uri="{FF2B5EF4-FFF2-40B4-BE49-F238E27FC236}">
                  <a16:creationId xmlns:a16="http://schemas.microsoft.com/office/drawing/2014/main" id="{D0961301-8E29-3B14-572D-ECDEA1B32953}"/>
                </a:ext>
              </a:extLst>
            </p:cNvPr>
            <p:cNvSpPr/>
            <p:nvPr/>
          </p:nvSpPr>
          <p:spPr>
            <a:xfrm>
              <a:off x="3169229" y="4513769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sp>
          <p:nvSpPr>
            <p:cNvPr id="1030" name="Oval 1029">
              <a:extLst>
                <a:ext uri="{FF2B5EF4-FFF2-40B4-BE49-F238E27FC236}">
                  <a16:creationId xmlns:a16="http://schemas.microsoft.com/office/drawing/2014/main" id="{349931EE-8DEF-37A2-C813-0320FB8F88E8}"/>
                </a:ext>
              </a:extLst>
            </p:cNvPr>
            <p:cNvSpPr/>
            <p:nvPr/>
          </p:nvSpPr>
          <p:spPr>
            <a:xfrm>
              <a:off x="2553413" y="3997906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031" name="Connector: Elbow 1030">
              <a:extLst>
                <a:ext uri="{FF2B5EF4-FFF2-40B4-BE49-F238E27FC236}">
                  <a16:creationId xmlns:a16="http://schemas.microsoft.com/office/drawing/2014/main" id="{8975D439-C59C-3874-167A-A2D88B7E5D89}"/>
                </a:ext>
              </a:extLst>
            </p:cNvPr>
            <p:cNvCxnSpPr>
              <a:cxnSpLocks/>
              <a:stCxn id="1029" idx="2"/>
              <a:endCxn id="61" idx="3"/>
            </p:cNvCxnSpPr>
            <p:nvPr/>
          </p:nvCxnSpPr>
          <p:spPr>
            <a:xfrm rot="10800000" flipV="1">
              <a:off x="3017037" y="4641128"/>
              <a:ext cx="152192" cy="19953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2" name="Connector: Elbow 1031">
              <a:extLst>
                <a:ext uri="{FF2B5EF4-FFF2-40B4-BE49-F238E27FC236}">
                  <a16:creationId xmlns:a16="http://schemas.microsoft.com/office/drawing/2014/main" id="{FDAD0C3A-7A30-BA9A-F4D4-3196926B870B}"/>
                </a:ext>
              </a:extLst>
            </p:cNvPr>
            <p:cNvCxnSpPr>
              <a:cxnSpLocks/>
              <a:stCxn id="1030" idx="2"/>
              <a:endCxn id="62" idx="3"/>
            </p:cNvCxnSpPr>
            <p:nvPr/>
          </p:nvCxnSpPr>
          <p:spPr>
            <a:xfrm rot="10800000" flipV="1">
              <a:off x="2308997" y="4125266"/>
              <a:ext cx="244417" cy="306872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3" name="Straight Connector 1032">
              <a:extLst>
                <a:ext uri="{FF2B5EF4-FFF2-40B4-BE49-F238E27FC236}">
                  <a16:creationId xmlns:a16="http://schemas.microsoft.com/office/drawing/2014/main" id="{A16F9F2C-92AC-7699-DE62-4D3B7C7185AB}"/>
                </a:ext>
              </a:extLst>
            </p:cNvPr>
            <p:cNvCxnSpPr>
              <a:stCxn id="59" idx="0"/>
              <a:endCxn id="62" idx="2"/>
            </p:cNvCxnSpPr>
            <p:nvPr/>
          </p:nvCxnSpPr>
          <p:spPr>
            <a:xfrm flipV="1">
              <a:off x="2016320" y="4544335"/>
              <a:ext cx="0" cy="8514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60FC657-D6A5-C1F9-6A57-AAA2F83F3610}"/>
              </a:ext>
            </a:extLst>
          </p:cNvPr>
          <p:cNvSpPr/>
          <p:nvPr/>
        </p:nvSpPr>
        <p:spPr>
          <a:xfrm>
            <a:off x="1723644" y="5791486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1F7270-2C57-84A4-D667-B095D1884225}"/>
              </a:ext>
            </a:extLst>
          </p:cNvPr>
          <p:cNvSpPr/>
          <p:nvPr/>
        </p:nvSpPr>
        <p:spPr>
          <a:xfrm>
            <a:off x="1723644" y="5395823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C88AF1-749B-D7AF-1411-E3C5D7D2A110}"/>
              </a:ext>
            </a:extLst>
          </p:cNvPr>
          <p:cNvSpPr/>
          <p:nvPr/>
        </p:nvSpPr>
        <p:spPr>
          <a:xfrm>
            <a:off x="2431686" y="5078208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D0AB6D-400E-89C1-1BE4-FECACC7F03AB}"/>
              </a:ext>
            </a:extLst>
          </p:cNvPr>
          <p:cNvSpPr/>
          <p:nvPr/>
        </p:nvSpPr>
        <p:spPr>
          <a:xfrm>
            <a:off x="2431686" y="4691884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6D889B1-EC46-E038-C510-6D812C25D728}"/>
              </a:ext>
            </a:extLst>
          </p:cNvPr>
          <p:cNvSpPr/>
          <p:nvPr/>
        </p:nvSpPr>
        <p:spPr>
          <a:xfrm>
            <a:off x="1723644" y="4319940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F092616-3AF4-93AF-A5E5-527BB5725F22}"/>
              </a:ext>
            </a:extLst>
          </p:cNvPr>
          <p:cNvCxnSpPr>
            <a:stCxn id="3" idx="0"/>
            <a:endCxn id="9" idx="2"/>
          </p:cNvCxnSpPr>
          <p:nvPr/>
        </p:nvCxnSpPr>
        <p:spPr>
          <a:xfrm flipV="1">
            <a:off x="2016320" y="5620218"/>
            <a:ext cx="0" cy="171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1FB1AA17-ED94-8A14-B9B7-2AD545F467AE}"/>
              </a:ext>
            </a:extLst>
          </p:cNvPr>
          <p:cNvCxnSpPr>
            <a:stCxn id="9" idx="3"/>
            <a:endCxn id="16" idx="2"/>
          </p:cNvCxnSpPr>
          <p:nvPr/>
        </p:nvCxnSpPr>
        <p:spPr>
          <a:xfrm flipV="1">
            <a:off x="2308996" y="5302603"/>
            <a:ext cx="415366" cy="20541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B84C27F-3FE9-0761-3BDA-6F37078343B3}"/>
              </a:ext>
            </a:extLst>
          </p:cNvPr>
          <p:cNvCxnSpPr>
            <a:stCxn id="16" idx="0"/>
            <a:endCxn id="17" idx="2"/>
          </p:cNvCxnSpPr>
          <p:nvPr/>
        </p:nvCxnSpPr>
        <p:spPr>
          <a:xfrm flipV="1">
            <a:off x="2724362" y="4916279"/>
            <a:ext cx="0" cy="161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2696E1E-68AD-B16F-49FB-914FBDEF0445}"/>
              </a:ext>
            </a:extLst>
          </p:cNvPr>
          <p:cNvCxnSpPr>
            <a:cxnSpLocks/>
            <a:stCxn id="17" idx="0"/>
            <a:endCxn id="19" idx="3"/>
          </p:cNvCxnSpPr>
          <p:nvPr/>
        </p:nvCxnSpPr>
        <p:spPr>
          <a:xfrm rot="16200000" flipV="1">
            <a:off x="2386806" y="4354328"/>
            <a:ext cx="259746" cy="41536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767DA59F-18B0-E12B-1EC6-BB6452C15227}"/>
              </a:ext>
            </a:extLst>
          </p:cNvPr>
          <p:cNvSpPr/>
          <p:nvPr/>
        </p:nvSpPr>
        <p:spPr>
          <a:xfrm>
            <a:off x="3169229" y="3718241"/>
            <a:ext cx="351211" cy="254719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1C9B6129-87CF-2BD6-5F0D-AD8C2F87A50A}"/>
              </a:ext>
            </a:extLst>
          </p:cNvPr>
          <p:cNvSpPr/>
          <p:nvPr/>
        </p:nvSpPr>
        <p:spPr>
          <a:xfrm>
            <a:off x="2996198" y="4215384"/>
            <a:ext cx="351211" cy="254719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40DF81A6-55B2-EC71-5C2C-190B122A9193}"/>
              </a:ext>
            </a:extLst>
          </p:cNvPr>
          <p:cNvCxnSpPr>
            <a:cxnSpLocks/>
            <a:stCxn id="25" idx="2"/>
          </p:cNvCxnSpPr>
          <p:nvPr/>
        </p:nvCxnSpPr>
        <p:spPr>
          <a:xfrm rot="10800000" flipV="1">
            <a:off x="3017037" y="3845600"/>
            <a:ext cx="152192" cy="19953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9D4CAA7-F750-FACD-EC38-53ACCB356DE7}"/>
              </a:ext>
            </a:extLst>
          </p:cNvPr>
          <p:cNvCxnSpPr>
            <a:cxnSpLocks/>
            <a:stCxn id="26" idx="2"/>
          </p:cNvCxnSpPr>
          <p:nvPr/>
        </p:nvCxnSpPr>
        <p:spPr>
          <a:xfrm rot="10800000" flipV="1">
            <a:off x="2308996" y="4342744"/>
            <a:ext cx="687202" cy="89394"/>
          </a:xfrm>
          <a:prstGeom prst="bentConnector3">
            <a:avLst>
              <a:gd name="adj1" fmla="val 6729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639FE976-4A47-CB6F-BB7D-00FFEF325BC4}"/>
              </a:ext>
            </a:extLst>
          </p:cNvPr>
          <p:cNvSpPr/>
          <p:nvPr/>
        </p:nvSpPr>
        <p:spPr>
          <a:xfrm>
            <a:off x="2436808" y="3921615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c6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7F3F252-548F-A458-1D3A-F9BE64EC9991}"/>
              </a:ext>
            </a:extLst>
          </p:cNvPr>
          <p:cNvCxnSpPr>
            <a:stCxn id="17" idx="0"/>
            <a:endCxn id="29" idx="2"/>
          </p:cNvCxnSpPr>
          <p:nvPr/>
        </p:nvCxnSpPr>
        <p:spPr>
          <a:xfrm flipV="1">
            <a:off x="2724362" y="4146010"/>
            <a:ext cx="5122" cy="5458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7291507-6796-2F7B-9658-EB897E47E70E}"/>
              </a:ext>
            </a:extLst>
          </p:cNvPr>
          <p:cNvCxnSpPr>
            <a:stCxn id="9" idx="0"/>
            <a:endCxn id="19" idx="2"/>
          </p:cNvCxnSpPr>
          <p:nvPr/>
        </p:nvCxnSpPr>
        <p:spPr>
          <a:xfrm flipV="1">
            <a:off x="2016320" y="4544335"/>
            <a:ext cx="0" cy="851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52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CD3033A0-728B-2FF9-472C-6E2594C28D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6304" y="4644265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64" name="Group 1063">
            <a:extLst>
              <a:ext uri="{FF2B5EF4-FFF2-40B4-BE49-F238E27FC236}">
                <a16:creationId xmlns:a16="http://schemas.microsoft.com/office/drawing/2014/main" id="{431D9E66-61E0-3EB6-0A20-5E38CAA74274}"/>
              </a:ext>
            </a:extLst>
          </p:cNvPr>
          <p:cNvGrpSpPr/>
          <p:nvPr/>
        </p:nvGrpSpPr>
        <p:grpSpPr>
          <a:xfrm>
            <a:off x="9805809" y="3826590"/>
            <a:ext cx="1252149" cy="1670438"/>
            <a:chOff x="9805809" y="3826590"/>
            <a:chExt cx="1252149" cy="1670438"/>
          </a:xfrm>
        </p:grpSpPr>
        <p:sp>
          <p:nvSpPr>
            <p:cNvPr id="1054" name="Rectangle 1053">
              <a:extLst>
                <a:ext uri="{FF2B5EF4-FFF2-40B4-BE49-F238E27FC236}">
                  <a16:creationId xmlns:a16="http://schemas.microsoft.com/office/drawing/2014/main" id="{A58C074A-DEA9-3BF9-189C-E9B277CBB756}"/>
                </a:ext>
              </a:extLst>
            </p:cNvPr>
            <p:cNvSpPr/>
            <p:nvPr/>
          </p:nvSpPr>
          <p:spPr>
            <a:xfrm>
              <a:off x="9805809" y="527263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1055" name="Rectangle 1054">
              <a:extLst>
                <a:ext uri="{FF2B5EF4-FFF2-40B4-BE49-F238E27FC236}">
                  <a16:creationId xmlns:a16="http://schemas.microsoft.com/office/drawing/2014/main" id="{6B954B31-3DA8-3ECD-229F-64F748498D0C}"/>
                </a:ext>
              </a:extLst>
            </p:cNvPr>
            <p:cNvSpPr/>
            <p:nvPr/>
          </p:nvSpPr>
          <p:spPr>
            <a:xfrm>
              <a:off x="9805809" y="487697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1056" name="Rectangle 1055">
              <a:extLst>
                <a:ext uri="{FF2B5EF4-FFF2-40B4-BE49-F238E27FC236}">
                  <a16:creationId xmlns:a16="http://schemas.microsoft.com/office/drawing/2014/main" id="{D1B9A80B-C673-AF19-45D7-C2D5E482B4C6}"/>
                </a:ext>
              </a:extLst>
            </p:cNvPr>
            <p:cNvSpPr/>
            <p:nvPr/>
          </p:nvSpPr>
          <p:spPr>
            <a:xfrm>
              <a:off x="9805809" y="447774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1057" name="Straight Arrow Connector 1056">
              <a:extLst>
                <a:ext uri="{FF2B5EF4-FFF2-40B4-BE49-F238E27FC236}">
                  <a16:creationId xmlns:a16="http://schemas.microsoft.com/office/drawing/2014/main" id="{945D099B-66C1-A3CD-295A-D2DDE2030C60}"/>
                </a:ext>
              </a:extLst>
            </p:cNvPr>
            <p:cNvCxnSpPr>
              <a:stCxn id="1054" idx="0"/>
              <a:endCxn id="1055" idx="2"/>
            </p:cNvCxnSpPr>
            <p:nvPr/>
          </p:nvCxnSpPr>
          <p:spPr>
            <a:xfrm flipV="1">
              <a:off x="10098485" y="5101365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8" name="Oval 1057">
              <a:extLst>
                <a:ext uri="{FF2B5EF4-FFF2-40B4-BE49-F238E27FC236}">
                  <a16:creationId xmlns:a16="http://schemas.microsoft.com/office/drawing/2014/main" id="{24586C77-CFF2-256C-0374-0CEEAB0AA41A}"/>
                </a:ext>
              </a:extLst>
            </p:cNvPr>
            <p:cNvSpPr/>
            <p:nvPr/>
          </p:nvSpPr>
          <p:spPr>
            <a:xfrm>
              <a:off x="10706747" y="3826590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059" name="Connector: Elbow 1058">
              <a:extLst>
                <a:ext uri="{FF2B5EF4-FFF2-40B4-BE49-F238E27FC236}">
                  <a16:creationId xmlns:a16="http://schemas.microsoft.com/office/drawing/2014/main" id="{7EB8EC2C-74F5-30BF-6279-C60F4EC9F4A2}"/>
                </a:ext>
              </a:extLst>
            </p:cNvPr>
            <p:cNvCxnSpPr>
              <a:cxnSpLocks/>
              <a:stCxn id="1058" idx="2"/>
            </p:cNvCxnSpPr>
            <p:nvPr/>
          </p:nvCxnSpPr>
          <p:spPr>
            <a:xfrm rot="10800000" flipV="1">
              <a:off x="10391161" y="3953949"/>
              <a:ext cx="315586" cy="233655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0" name="Straight Arrow Connector 1059">
              <a:extLst>
                <a:ext uri="{FF2B5EF4-FFF2-40B4-BE49-F238E27FC236}">
                  <a16:creationId xmlns:a16="http://schemas.microsoft.com/office/drawing/2014/main" id="{160C278D-2F06-B2C4-863C-CA9BEBEE168E}"/>
                </a:ext>
              </a:extLst>
            </p:cNvPr>
            <p:cNvCxnSpPr>
              <a:stCxn id="1055" idx="0"/>
              <a:endCxn id="1056" idx="2"/>
            </p:cNvCxnSpPr>
            <p:nvPr/>
          </p:nvCxnSpPr>
          <p:spPr>
            <a:xfrm flipV="1">
              <a:off x="10098485" y="4702138"/>
              <a:ext cx="0" cy="1748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1" name="Rectangle 1060">
              <a:extLst>
                <a:ext uri="{FF2B5EF4-FFF2-40B4-BE49-F238E27FC236}">
                  <a16:creationId xmlns:a16="http://schemas.microsoft.com/office/drawing/2014/main" id="{9EF493A4-A0BF-E5F0-99AF-FAA0DC7DBB01}"/>
                </a:ext>
              </a:extLst>
            </p:cNvPr>
            <p:cNvSpPr/>
            <p:nvPr/>
          </p:nvSpPr>
          <p:spPr>
            <a:xfrm>
              <a:off x="9805809" y="406821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c7</a:t>
              </a:r>
            </a:p>
          </p:txBody>
        </p:sp>
        <p:cxnSp>
          <p:nvCxnSpPr>
            <p:cNvPr id="1063" name="Straight Arrow Connector 1062">
              <a:extLst>
                <a:ext uri="{FF2B5EF4-FFF2-40B4-BE49-F238E27FC236}">
                  <a16:creationId xmlns:a16="http://schemas.microsoft.com/office/drawing/2014/main" id="{557403F7-636E-866E-8356-C5671121A2DB}"/>
                </a:ext>
              </a:extLst>
            </p:cNvPr>
            <p:cNvCxnSpPr>
              <a:stCxn id="1056" idx="0"/>
              <a:endCxn id="1061" idx="2"/>
            </p:cNvCxnSpPr>
            <p:nvPr/>
          </p:nvCxnSpPr>
          <p:spPr>
            <a:xfrm flipV="1">
              <a:off x="10098485" y="4292605"/>
              <a:ext cx="0" cy="18513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95953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701F8-B082-16A9-FF33-ED484CD4C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FF3D75D0-FB09-B4BD-6783-41A62DB4F7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8" y="3635944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D3460512-D0B2-8D34-B627-B3D6861C7D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1621" y="49612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3953693E-DAEB-F71E-6431-E8C0D737CD33}"/>
              </a:ext>
            </a:extLst>
          </p:cNvPr>
          <p:cNvSpPr/>
          <p:nvPr/>
        </p:nvSpPr>
        <p:spPr>
          <a:xfrm>
            <a:off x="5711461" y="3475558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F1D0C86-F85C-9060-FECC-4A1F32C8F6D5}"/>
              </a:ext>
            </a:extLst>
          </p:cNvPr>
          <p:cNvSpPr/>
          <p:nvPr/>
        </p:nvSpPr>
        <p:spPr>
          <a:xfrm>
            <a:off x="5711461" y="3079895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434C970-F3A2-68B0-2B0F-99BCB4B2ADB0}"/>
              </a:ext>
            </a:extLst>
          </p:cNvPr>
          <p:cNvSpPr/>
          <p:nvPr/>
        </p:nvSpPr>
        <p:spPr>
          <a:xfrm>
            <a:off x="6419503" y="2798856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2C8684F-2482-FFF7-3F52-A5FE804097BE}"/>
              </a:ext>
            </a:extLst>
          </p:cNvPr>
          <p:cNvSpPr/>
          <p:nvPr/>
        </p:nvSpPr>
        <p:spPr>
          <a:xfrm>
            <a:off x="6419503" y="2412532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FD66DF2-377A-22F8-BCF9-4116CBC33249}"/>
              </a:ext>
            </a:extLst>
          </p:cNvPr>
          <p:cNvSpPr/>
          <p:nvPr/>
        </p:nvSpPr>
        <p:spPr>
          <a:xfrm>
            <a:off x="5711461" y="2004012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2CE050F-FDC0-AE76-5BDA-B0A7D98AA298}"/>
              </a:ext>
            </a:extLst>
          </p:cNvPr>
          <p:cNvCxnSpPr>
            <a:stCxn id="35" idx="0"/>
            <a:endCxn id="50" idx="2"/>
          </p:cNvCxnSpPr>
          <p:nvPr/>
        </p:nvCxnSpPr>
        <p:spPr>
          <a:xfrm flipV="1">
            <a:off x="6004137" y="3304290"/>
            <a:ext cx="0" cy="171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E126F93A-8CD6-E147-63BD-D442A88B22FC}"/>
              </a:ext>
            </a:extLst>
          </p:cNvPr>
          <p:cNvCxnSpPr>
            <a:stCxn id="50" idx="3"/>
            <a:endCxn id="51" idx="2"/>
          </p:cNvCxnSpPr>
          <p:nvPr/>
        </p:nvCxnSpPr>
        <p:spPr>
          <a:xfrm flipV="1">
            <a:off x="6296813" y="3023250"/>
            <a:ext cx="415366" cy="16884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73063CA-4441-48FC-5025-EAF6D683202C}"/>
              </a:ext>
            </a:extLst>
          </p:cNvPr>
          <p:cNvCxnSpPr>
            <a:stCxn id="51" idx="0"/>
            <a:endCxn id="52" idx="2"/>
          </p:cNvCxnSpPr>
          <p:nvPr/>
        </p:nvCxnSpPr>
        <p:spPr>
          <a:xfrm flipV="1">
            <a:off x="6712178" y="2636928"/>
            <a:ext cx="0" cy="161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6578E45-8B0A-254C-334C-0E07A04C77B5}"/>
              </a:ext>
            </a:extLst>
          </p:cNvPr>
          <p:cNvCxnSpPr>
            <a:cxnSpLocks/>
            <a:stCxn id="52" idx="0"/>
            <a:endCxn id="53" idx="3"/>
          </p:cNvCxnSpPr>
          <p:nvPr/>
        </p:nvCxnSpPr>
        <p:spPr>
          <a:xfrm rot="16200000" flipV="1">
            <a:off x="6356335" y="2056688"/>
            <a:ext cx="296322" cy="41536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0E36C548-7703-A8B7-465C-A58D93E2113C}"/>
              </a:ext>
            </a:extLst>
          </p:cNvPr>
          <p:cNvSpPr/>
          <p:nvPr/>
        </p:nvSpPr>
        <p:spPr>
          <a:xfrm>
            <a:off x="7157046" y="2197841"/>
            <a:ext cx="351211" cy="254719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0A7875C-1FC6-F732-C9B9-72F8F1F2475D}"/>
              </a:ext>
            </a:extLst>
          </p:cNvPr>
          <p:cNvSpPr/>
          <p:nvPr/>
        </p:nvSpPr>
        <p:spPr>
          <a:xfrm>
            <a:off x="6471951" y="1497120"/>
            <a:ext cx="351211" cy="254719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0046BCDB-2D2D-5376-0ED6-F9CB235AE0FC}"/>
              </a:ext>
            </a:extLst>
          </p:cNvPr>
          <p:cNvCxnSpPr>
            <a:cxnSpLocks/>
            <a:stCxn id="59" idx="2"/>
            <a:endCxn id="52" idx="3"/>
          </p:cNvCxnSpPr>
          <p:nvPr/>
        </p:nvCxnSpPr>
        <p:spPr>
          <a:xfrm rot="10800000" flipV="1">
            <a:off x="7004856" y="2325200"/>
            <a:ext cx="152191" cy="19952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50ADF1F-EAC2-F411-A788-D6E10A1B2984}"/>
              </a:ext>
            </a:extLst>
          </p:cNvPr>
          <p:cNvCxnSpPr>
            <a:cxnSpLocks/>
            <a:stCxn id="60" idx="2"/>
          </p:cNvCxnSpPr>
          <p:nvPr/>
        </p:nvCxnSpPr>
        <p:spPr>
          <a:xfrm rot="10800000" flipV="1">
            <a:off x="6296813" y="1624479"/>
            <a:ext cx="175138" cy="8939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EB519DFC-7B8B-2532-6D15-C1E6641C942D}"/>
              </a:ext>
            </a:extLst>
          </p:cNvPr>
          <p:cNvSpPr/>
          <p:nvPr/>
        </p:nvSpPr>
        <p:spPr>
          <a:xfrm>
            <a:off x="5711461" y="1599060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025" name="Straight Arrow Connector 1024">
            <a:extLst>
              <a:ext uri="{FF2B5EF4-FFF2-40B4-BE49-F238E27FC236}">
                <a16:creationId xmlns:a16="http://schemas.microsoft.com/office/drawing/2014/main" id="{3E8D3842-E722-7BD0-C678-89804EABE349}"/>
              </a:ext>
            </a:extLst>
          </p:cNvPr>
          <p:cNvCxnSpPr>
            <a:cxnSpLocks/>
            <a:stCxn id="53" idx="0"/>
            <a:endCxn id="63" idx="2"/>
          </p:cNvCxnSpPr>
          <p:nvPr/>
        </p:nvCxnSpPr>
        <p:spPr>
          <a:xfrm flipV="1">
            <a:off x="6004137" y="1823455"/>
            <a:ext cx="0" cy="1805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3" name="Group 1052">
            <a:extLst>
              <a:ext uri="{FF2B5EF4-FFF2-40B4-BE49-F238E27FC236}">
                <a16:creationId xmlns:a16="http://schemas.microsoft.com/office/drawing/2014/main" id="{C7A24E24-03EF-C444-8D3D-210CEA2DB12F}"/>
              </a:ext>
            </a:extLst>
          </p:cNvPr>
          <p:cNvGrpSpPr/>
          <p:nvPr/>
        </p:nvGrpSpPr>
        <p:grpSpPr>
          <a:xfrm>
            <a:off x="1723644" y="2922713"/>
            <a:ext cx="1796796" cy="3093168"/>
            <a:chOff x="1723644" y="2922713"/>
            <a:chExt cx="1796796" cy="309316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95C7732-402B-4B40-865C-311732214A7E}"/>
                </a:ext>
              </a:extLst>
            </p:cNvPr>
            <p:cNvSpPr/>
            <p:nvPr/>
          </p:nvSpPr>
          <p:spPr>
            <a:xfrm>
              <a:off x="1723644" y="5791486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7495BDE-692D-70DC-84B0-B68CBAB5C5B9}"/>
                </a:ext>
              </a:extLst>
            </p:cNvPr>
            <p:cNvSpPr/>
            <p:nvPr/>
          </p:nvSpPr>
          <p:spPr>
            <a:xfrm>
              <a:off x="1723644" y="539582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06E7440-5FFC-F2C8-ADD8-41E1D1AEE222}"/>
                </a:ext>
              </a:extLst>
            </p:cNvPr>
            <p:cNvSpPr/>
            <p:nvPr/>
          </p:nvSpPr>
          <p:spPr>
            <a:xfrm>
              <a:off x="2431686" y="5078208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c3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B1F9E5-5163-118C-2B2A-F4007C9F4309}"/>
                </a:ext>
              </a:extLst>
            </p:cNvPr>
            <p:cNvSpPr/>
            <p:nvPr/>
          </p:nvSpPr>
          <p:spPr>
            <a:xfrm>
              <a:off x="2431686" y="4691884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c4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8360A6B-9CFD-3F5E-8C55-EC1CC843E827}"/>
                </a:ext>
              </a:extLst>
            </p:cNvPr>
            <p:cNvSpPr/>
            <p:nvPr/>
          </p:nvSpPr>
          <p:spPr>
            <a:xfrm>
              <a:off x="1723644" y="431994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BCCA59-EB78-A105-99DD-8304AFA84694}"/>
                </a:ext>
              </a:extLst>
            </p:cNvPr>
            <p:cNvCxnSpPr>
              <a:stCxn id="4" idx="0"/>
              <a:endCxn id="5" idx="2"/>
            </p:cNvCxnSpPr>
            <p:nvPr/>
          </p:nvCxnSpPr>
          <p:spPr>
            <a:xfrm flipV="1">
              <a:off x="2016320" y="5620218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id="{9D0487E1-D515-700A-3308-229DD2136DC2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 flipV="1">
              <a:off x="2308996" y="5302603"/>
              <a:ext cx="415366" cy="20541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7B58612-84AA-B4FE-CA85-36D1B35AA8F3}"/>
                </a:ext>
              </a:extLst>
            </p:cNvPr>
            <p:cNvCxnSpPr>
              <a:stCxn id="6" idx="0"/>
              <a:endCxn id="7" idx="2"/>
            </p:cNvCxnSpPr>
            <p:nvPr/>
          </p:nvCxnSpPr>
          <p:spPr>
            <a:xfrm flipV="1">
              <a:off x="2724362" y="4916279"/>
              <a:ext cx="0" cy="1619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9C766AE6-F4BE-129F-0D19-EDE6E3B27F88}"/>
                </a:ext>
              </a:extLst>
            </p:cNvPr>
            <p:cNvCxnSpPr>
              <a:cxnSpLocks/>
              <a:stCxn id="7" idx="0"/>
              <a:endCxn id="8" idx="3"/>
            </p:cNvCxnSpPr>
            <p:nvPr/>
          </p:nvCxnSpPr>
          <p:spPr>
            <a:xfrm rot="16200000" flipV="1">
              <a:off x="2386806" y="4354328"/>
              <a:ext cx="259746" cy="415366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9E0DDA7-040C-F1A7-3A26-7E2F139D3718}"/>
                </a:ext>
              </a:extLst>
            </p:cNvPr>
            <p:cNvSpPr/>
            <p:nvPr/>
          </p:nvSpPr>
          <p:spPr>
            <a:xfrm>
              <a:off x="3169229" y="2922713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B52B9B6-F933-6708-AF19-2F46789839EC}"/>
                </a:ext>
              </a:extLst>
            </p:cNvPr>
            <p:cNvSpPr/>
            <p:nvPr/>
          </p:nvSpPr>
          <p:spPr>
            <a:xfrm>
              <a:off x="2996198" y="3419856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779D2E9D-D744-C479-5A3F-A9F2FE69E68F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 rot="10800000" flipV="1">
              <a:off x="3017037" y="3050072"/>
              <a:ext cx="152192" cy="19953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D7A4671D-0267-8DEF-234F-FE42ED6816AB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 rot="10800000" flipV="1">
              <a:off x="2308996" y="3547216"/>
              <a:ext cx="687202" cy="8939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6839B840-58DE-1F42-7D76-325AF3DF8C15}"/>
                </a:ext>
              </a:extLst>
            </p:cNvPr>
            <p:cNvSpPr/>
            <p:nvPr/>
          </p:nvSpPr>
          <p:spPr>
            <a:xfrm>
              <a:off x="2436808" y="3921615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c6</a:t>
              </a:r>
            </a:p>
          </p:txBody>
        </p:sp>
        <p:cxnSp>
          <p:nvCxnSpPr>
            <p:cNvPr id="1031" name="Straight Arrow Connector 1030">
              <a:extLst>
                <a:ext uri="{FF2B5EF4-FFF2-40B4-BE49-F238E27FC236}">
                  <a16:creationId xmlns:a16="http://schemas.microsoft.com/office/drawing/2014/main" id="{151AB3D7-5F79-71F5-3614-A50A2AB5A895}"/>
                </a:ext>
              </a:extLst>
            </p:cNvPr>
            <p:cNvCxnSpPr>
              <a:stCxn id="7" idx="0"/>
              <a:endCxn id="1029" idx="2"/>
            </p:cNvCxnSpPr>
            <p:nvPr/>
          </p:nvCxnSpPr>
          <p:spPr>
            <a:xfrm flipV="1">
              <a:off x="2724362" y="4146010"/>
              <a:ext cx="5122" cy="54587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2" name="Rectangle 1031">
              <a:extLst>
                <a:ext uri="{FF2B5EF4-FFF2-40B4-BE49-F238E27FC236}">
                  <a16:creationId xmlns:a16="http://schemas.microsoft.com/office/drawing/2014/main" id="{19400D35-672F-BF00-80FF-4F3F18CA8D9A}"/>
                </a:ext>
              </a:extLst>
            </p:cNvPr>
            <p:cNvSpPr/>
            <p:nvPr/>
          </p:nvSpPr>
          <p:spPr>
            <a:xfrm>
              <a:off x="1723644" y="3525919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c7</a:t>
              </a:r>
            </a:p>
          </p:txBody>
        </p:sp>
        <p:cxnSp>
          <p:nvCxnSpPr>
            <p:cNvPr id="1037" name="Straight Arrow Connector 1036">
              <a:extLst>
                <a:ext uri="{FF2B5EF4-FFF2-40B4-BE49-F238E27FC236}">
                  <a16:creationId xmlns:a16="http://schemas.microsoft.com/office/drawing/2014/main" id="{F1127028-1F9A-3252-B15F-4B3249EAA066}"/>
                </a:ext>
              </a:extLst>
            </p:cNvPr>
            <p:cNvCxnSpPr>
              <a:stCxn id="8" idx="0"/>
              <a:endCxn id="1032" idx="2"/>
            </p:cNvCxnSpPr>
            <p:nvPr/>
          </p:nvCxnSpPr>
          <p:spPr>
            <a:xfrm flipV="1">
              <a:off x="2016320" y="3750314"/>
              <a:ext cx="0" cy="56962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8" name="Rectangle 1037">
              <a:extLst>
                <a:ext uri="{FF2B5EF4-FFF2-40B4-BE49-F238E27FC236}">
                  <a16:creationId xmlns:a16="http://schemas.microsoft.com/office/drawing/2014/main" id="{E5FF635F-C7C3-8F28-48FB-6035C4B13234}"/>
                </a:ext>
              </a:extLst>
            </p:cNvPr>
            <p:cNvSpPr/>
            <p:nvPr/>
          </p:nvSpPr>
          <p:spPr>
            <a:xfrm>
              <a:off x="2431684" y="3133427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c8</a:t>
              </a:r>
            </a:p>
          </p:txBody>
        </p:sp>
        <p:cxnSp>
          <p:nvCxnSpPr>
            <p:cNvPr id="1040" name="Straight Arrow Connector 1039">
              <a:extLst>
                <a:ext uri="{FF2B5EF4-FFF2-40B4-BE49-F238E27FC236}">
                  <a16:creationId xmlns:a16="http://schemas.microsoft.com/office/drawing/2014/main" id="{F8E57647-356C-44B5-9DC1-6DC8BC54F50B}"/>
                </a:ext>
              </a:extLst>
            </p:cNvPr>
            <p:cNvCxnSpPr>
              <a:stCxn id="1029" idx="0"/>
              <a:endCxn id="1038" idx="2"/>
            </p:cNvCxnSpPr>
            <p:nvPr/>
          </p:nvCxnSpPr>
          <p:spPr>
            <a:xfrm flipH="1" flipV="1">
              <a:off x="2724360" y="3357822"/>
              <a:ext cx="5124" cy="56379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2" name="Connector: Elbow 1041">
              <a:extLst>
                <a:ext uri="{FF2B5EF4-FFF2-40B4-BE49-F238E27FC236}">
                  <a16:creationId xmlns:a16="http://schemas.microsoft.com/office/drawing/2014/main" id="{16A12448-BA88-2C1B-5BA8-C17BFA93E549}"/>
                </a:ext>
              </a:extLst>
            </p:cNvPr>
            <p:cNvCxnSpPr>
              <a:stCxn id="1032" idx="0"/>
              <a:endCxn id="1038" idx="1"/>
            </p:cNvCxnSpPr>
            <p:nvPr/>
          </p:nvCxnSpPr>
          <p:spPr>
            <a:xfrm rot="5400000" flipH="1" flipV="1">
              <a:off x="2083855" y="3178090"/>
              <a:ext cx="280294" cy="41536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6" name="Straight Connector 1045">
              <a:extLst>
                <a:ext uri="{FF2B5EF4-FFF2-40B4-BE49-F238E27FC236}">
                  <a16:creationId xmlns:a16="http://schemas.microsoft.com/office/drawing/2014/main" id="{69F550FD-15E9-EB7B-4C7E-6D073D6AB7F6}"/>
                </a:ext>
              </a:extLst>
            </p:cNvPr>
            <p:cNvCxnSpPr>
              <a:stCxn id="5" idx="0"/>
              <a:endCxn id="8" idx="2"/>
            </p:cNvCxnSpPr>
            <p:nvPr/>
          </p:nvCxnSpPr>
          <p:spPr>
            <a:xfrm flipV="1">
              <a:off x="2016320" y="4544335"/>
              <a:ext cx="0" cy="8514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50" name="Straight Connector 1049">
            <a:extLst>
              <a:ext uri="{FF2B5EF4-FFF2-40B4-BE49-F238E27FC236}">
                <a16:creationId xmlns:a16="http://schemas.microsoft.com/office/drawing/2014/main" id="{BF65A11A-B958-F2F4-A990-4A645E040E0F}"/>
              </a:ext>
            </a:extLst>
          </p:cNvPr>
          <p:cNvCxnSpPr>
            <a:stCxn id="50" idx="0"/>
            <a:endCxn id="53" idx="2"/>
          </p:cNvCxnSpPr>
          <p:nvPr/>
        </p:nvCxnSpPr>
        <p:spPr>
          <a:xfrm flipV="1">
            <a:off x="6004137" y="2228407"/>
            <a:ext cx="0" cy="851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5" name="Arrow: Right 1054">
            <a:extLst>
              <a:ext uri="{FF2B5EF4-FFF2-40B4-BE49-F238E27FC236}">
                <a16:creationId xmlns:a16="http://schemas.microsoft.com/office/drawing/2014/main" id="{45B033F1-6FE7-901A-4E34-EA87F5A95747}"/>
              </a:ext>
            </a:extLst>
          </p:cNvPr>
          <p:cNvSpPr/>
          <p:nvPr/>
        </p:nvSpPr>
        <p:spPr>
          <a:xfrm rot="12583766">
            <a:off x="7885923" y="2957905"/>
            <a:ext cx="1674704" cy="587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6" name="Arrow: Right 1055">
            <a:extLst>
              <a:ext uri="{FF2B5EF4-FFF2-40B4-BE49-F238E27FC236}">
                <a16:creationId xmlns:a16="http://schemas.microsoft.com/office/drawing/2014/main" id="{52EE19C9-2AA6-F0CD-F3A2-578AF35F2582}"/>
              </a:ext>
            </a:extLst>
          </p:cNvPr>
          <p:cNvSpPr/>
          <p:nvPr/>
        </p:nvSpPr>
        <p:spPr>
          <a:xfrm rot="9050625">
            <a:off x="3751906" y="2756522"/>
            <a:ext cx="1674704" cy="587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57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F502F6AD-59E7-4BAA-61CE-709A38992E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6304" y="4644265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069D5351-7A71-6002-24BC-566165DEAC7F}"/>
              </a:ext>
            </a:extLst>
          </p:cNvPr>
          <p:cNvGrpSpPr/>
          <p:nvPr/>
        </p:nvGrpSpPr>
        <p:grpSpPr>
          <a:xfrm>
            <a:off x="9805809" y="3826590"/>
            <a:ext cx="1252149" cy="1670438"/>
            <a:chOff x="9805809" y="3826590"/>
            <a:chExt cx="1252149" cy="1670438"/>
          </a:xfrm>
        </p:grpSpPr>
        <p:sp>
          <p:nvSpPr>
            <p:cNvPr id="1059" name="Rectangle 1058">
              <a:extLst>
                <a:ext uri="{FF2B5EF4-FFF2-40B4-BE49-F238E27FC236}">
                  <a16:creationId xmlns:a16="http://schemas.microsoft.com/office/drawing/2014/main" id="{F7B86761-BC43-4449-020E-AC911784D0FA}"/>
                </a:ext>
              </a:extLst>
            </p:cNvPr>
            <p:cNvSpPr/>
            <p:nvPr/>
          </p:nvSpPr>
          <p:spPr>
            <a:xfrm>
              <a:off x="9805809" y="527263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1060" name="Rectangle 1059">
              <a:extLst>
                <a:ext uri="{FF2B5EF4-FFF2-40B4-BE49-F238E27FC236}">
                  <a16:creationId xmlns:a16="http://schemas.microsoft.com/office/drawing/2014/main" id="{8B3B7DBD-442B-0361-AF8D-C3E13BC8ADB2}"/>
                </a:ext>
              </a:extLst>
            </p:cNvPr>
            <p:cNvSpPr/>
            <p:nvPr/>
          </p:nvSpPr>
          <p:spPr>
            <a:xfrm>
              <a:off x="9805809" y="487697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1061" name="Rectangle 1060">
              <a:extLst>
                <a:ext uri="{FF2B5EF4-FFF2-40B4-BE49-F238E27FC236}">
                  <a16:creationId xmlns:a16="http://schemas.microsoft.com/office/drawing/2014/main" id="{417146A6-F968-ABF4-E6BE-F84B41CEF9B6}"/>
                </a:ext>
              </a:extLst>
            </p:cNvPr>
            <p:cNvSpPr/>
            <p:nvPr/>
          </p:nvSpPr>
          <p:spPr>
            <a:xfrm>
              <a:off x="9805809" y="447774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1062" name="Straight Arrow Connector 1061">
              <a:extLst>
                <a:ext uri="{FF2B5EF4-FFF2-40B4-BE49-F238E27FC236}">
                  <a16:creationId xmlns:a16="http://schemas.microsoft.com/office/drawing/2014/main" id="{C5652BFA-5BCE-0E46-6FD9-C5A9D1AD60CA}"/>
                </a:ext>
              </a:extLst>
            </p:cNvPr>
            <p:cNvCxnSpPr>
              <a:stCxn id="1059" idx="0"/>
              <a:endCxn id="1060" idx="2"/>
            </p:cNvCxnSpPr>
            <p:nvPr/>
          </p:nvCxnSpPr>
          <p:spPr>
            <a:xfrm flipV="1">
              <a:off x="10098485" y="5101365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3" name="Oval 1062">
              <a:extLst>
                <a:ext uri="{FF2B5EF4-FFF2-40B4-BE49-F238E27FC236}">
                  <a16:creationId xmlns:a16="http://schemas.microsoft.com/office/drawing/2014/main" id="{08E0EBFA-C1EF-A445-D2A5-E62F63961897}"/>
                </a:ext>
              </a:extLst>
            </p:cNvPr>
            <p:cNvSpPr/>
            <p:nvPr/>
          </p:nvSpPr>
          <p:spPr>
            <a:xfrm>
              <a:off x="10706747" y="3826590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064" name="Connector: Elbow 1063">
              <a:extLst>
                <a:ext uri="{FF2B5EF4-FFF2-40B4-BE49-F238E27FC236}">
                  <a16:creationId xmlns:a16="http://schemas.microsoft.com/office/drawing/2014/main" id="{24C8C89B-E855-5C73-93F7-88F8D4AE59DC}"/>
                </a:ext>
              </a:extLst>
            </p:cNvPr>
            <p:cNvCxnSpPr>
              <a:cxnSpLocks/>
              <a:stCxn id="1063" idx="2"/>
            </p:cNvCxnSpPr>
            <p:nvPr/>
          </p:nvCxnSpPr>
          <p:spPr>
            <a:xfrm rot="10800000" flipV="1">
              <a:off x="10391161" y="3953949"/>
              <a:ext cx="315586" cy="233655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5" name="Straight Arrow Connector 1064">
              <a:extLst>
                <a:ext uri="{FF2B5EF4-FFF2-40B4-BE49-F238E27FC236}">
                  <a16:creationId xmlns:a16="http://schemas.microsoft.com/office/drawing/2014/main" id="{F2EC3231-78E9-38C0-F8E1-D887FD460111}"/>
                </a:ext>
              </a:extLst>
            </p:cNvPr>
            <p:cNvCxnSpPr>
              <a:stCxn id="1060" idx="0"/>
              <a:endCxn id="1061" idx="2"/>
            </p:cNvCxnSpPr>
            <p:nvPr/>
          </p:nvCxnSpPr>
          <p:spPr>
            <a:xfrm flipV="1">
              <a:off x="10098485" y="4702138"/>
              <a:ext cx="0" cy="1748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6" name="Rectangle 1065">
              <a:extLst>
                <a:ext uri="{FF2B5EF4-FFF2-40B4-BE49-F238E27FC236}">
                  <a16:creationId xmlns:a16="http://schemas.microsoft.com/office/drawing/2014/main" id="{17B234B1-920A-F48D-77C2-64166EFDB2BE}"/>
                </a:ext>
              </a:extLst>
            </p:cNvPr>
            <p:cNvSpPr/>
            <p:nvPr/>
          </p:nvSpPr>
          <p:spPr>
            <a:xfrm>
              <a:off x="9805809" y="406821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c7</a:t>
              </a:r>
            </a:p>
          </p:txBody>
        </p:sp>
        <p:cxnSp>
          <p:nvCxnSpPr>
            <p:cNvPr id="1067" name="Straight Arrow Connector 1066">
              <a:extLst>
                <a:ext uri="{FF2B5EF4-FFF2-40B4-BE49-F238E27FC236}">
                  <a16:creationId xmlns:a16="http://schemas.microsoft.com/office/drawing/2014/main" id="{63E84E7A-713E-1094-1C2C-54FF486090CA}"/>
                </a:ext>
              </a:extLst>
            </p:cNvPr>
            <p:cNvCxnSpPr>
              <a:stCxn id="1061" idx="0"/>
              <a:endCxn id="1066" idx="2"/>
            </p:cNvCxnSpPr>
            <p:nvPr/>
          </p:nvCxnSpPr>
          <p:spPr>
            <a:xfrm flipV="1">
              <a:off x="10098485" y="4292605"/>
              <a:ext cx="0" cy="18513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79136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27631-A281-A2C8-4E76-F8CEDFD7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FB20667E-8EF2-DB03-5C05-26B8284B97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8" y="3635944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BF4331B8-BAA1-BC36-980C-13A1206078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1621" y="49612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0490677D-1CD5-85FB-E0F0-F8C1BEF797D8}"/>
              </a:ext>
            </a:extLst>
          </p:cNvPr>
          <p:cNvGrpSpPr/>
          <p:nvPr/>
        </p:nvGrpSpPr>
        <p:grpSpPr>
          <a:xfrm>
            <a:off x="1723644" y="1819656"/>
            <a:ext cx="1796796" cy="4196225"/>
            <a:chOff x="1723644" y="1819656"/>
            <a:chExt cx="1796796" cy="419622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AC0B42F-63C2-8937-8CEA-27F09A538A18}"/>
                </a:ext>
              </a:extLst>
            </p:cNvPr>
            <p:cNvSpPr/>
            <p:nvPr/>
          </p:nvSpPr>
          <p:spPr>
            <a:xfrm>
              <a:off x="1723644" y="5791486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EE1F2AE-56CA-E3C0-5DC1-9C3B18A444D4}"/>
                </a:ext>
              </a:extLst>
            </p:cNvPr>
            <p:cNvSpPr/>
            <p:nvPr/>
          </p:nvSpPr>
          <p:spPr>
            <a:xfrm>
              <a:off x="1723644" y="539582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D82A4C2-3A22-8A58-1C5D-70504E9526EF}"/>
                </a:ext>
              </a:extLst>
            </p:cNvPr>
            <p:cNvSpPr/>
            <p:nvPr/>
          </p:nvSpPr>
          <p:spPr>
            <a:xfrm>
              <a:off x="2431686" y="5078208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c3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B943A97-B203-A46D-6B8C-267354672781}"/>
                </a:ext>
              </a:extLst>
            </p:cNvPr>
            <p:cNvSpPr/>
            <p:nvPr/>
          </p:nvSpPr>
          <p:spPr>
            <a:xfrm>
              <a:off x="2431686" y="4691884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c4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061DCFD-A7AD-2455-92BD-A4E46697086E}"/>
                </a:ext>
              </a:extLst>
            </p:cNvPr>
            <p:cNvSpPr/>
            <p:nvPr/>
          </p:nvSpPr>
          <p:spPr>
            <a:xfrm>
              <a:off x="1723644" y="431994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1D2BADC-B03B-BA22-B760-2E31979B498D}"/>
                </a:ext>
              </a:extLst>
            </p:cNvPr>
            <p:cNvCxnSpPr>
              <a:stCxn id="4" idx="0"/>
              <a:endCxn id="5" idx="2"/>
            </p:cNvCxnSpPr>
            <p:nvPr/>
          </p:nvCxnSpPr>
          <p:spPr>
            <a:xfrm flipV="1">
              <a:off x="2016320" y="5620218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id="{7B050179-4BD4-4BDF-145E-704CB55EE9E0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 flipV="1">
              <a:off x="2308996" y="5302603"/>
              <a:ext cx="415366" cy="20541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0848FE7-5A09-6186-8D01-505FF6BF3D4E}"/>
                </a:ext>
              </a:extLst>
            </p:cNvPr>
            <p:cNvCxnSpPr>
              <a:stCxn id="6" idx="0"/>
              <a:endCxn id="7" idx="2"/>
            </p:cNvCxnSpPr>
            <p:nvPr/>
          </p:nvCxnSpPr>
          <p:spPr>
            <a:xfrm flipV="1">
              <a:off x="2724362" y="4916279"/>
              <a:ext cx="0" cy="1619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7B2EB81A-4D63-EB7E-8230-A8D95D67E0AE}"/>
                </a:ext>
              </a:extLst>
            </p:cNvPr>
            <p:cNvCxnSpPr>
              <a:cxnSpLocks/>
              <a:stCxn id="7" idx="0"/>
              <a:endCxn id="8" idx="3"/>
            </p:cNvCxnSpPr>
            <p:nvPr/>
          </p:nvCxnSpPr>
          <p:spPr>
            <a:xfrm rot="16200000" flipV="1">
              <a:off x="2386806" y="4354328"/>
              <a:ext cx="259746" cy="415366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D9F8E37-2A47-6B65-F769-D40D219D618C}"/>
                </a:ext>
              </a:extLst>
            </p:cNvPr>
            <p:cNvSpPr/>
            <p:nvPr/>
          </p:nvSpPr>
          <p:spPr>
            <a:xfrm>
              <a:off x="3169229" y="2099753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06594B3-038F-A1E5-8243-BF35980A3E35}"/>
                </a:ext>
              </a:extLst>
            </p:cNvPr>
            <p:cNvSpPr/>
            <p:nvPr/>
          </p:nvSpPr>
          <p:spPr>
            <a:xfrm>
              <a:off x="2996198" y="1819656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C4399419-138F-092C-FA87-65A8492AC941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 rot="10800000" flipV="1">
              <a:off x="3017037" y="2227112"/>
              <a:ext cx="152192" cy="19953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8C5E14D4-70D4-4FB3-DE0C-5A7F94461D79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 rot="10800000" flipV="1">
              <a:off x="2308996" y="1947016"/>
              <a:ext cx="687202" cy="89394"/>
            </a:xfrm>
            <a:prstGeom prst="bentConnector3">
              <a:avLst>
                <a:gd name="adj1" fmla="val 7395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19F13767-7A03-B232-10DC-680D17A56A1C}"/>
                </a:ext>
              </a:extLst>
            </p:cNvPr>
            <p:cNvSpPr/>
            <p:nvPr/>
          </p:nvSpPr>
          <p:spPr>
            <a:xfrm>
              <a:off x="2436808" y="3921615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c6</a:t>
              </a:r>
            </a:p>
          </p:txBody>
        </p:sp>
        <p:cxnSp>
          <p:nvCxnSpPr>
            <p:cNvPr id="1031" name="Straight Arrow Connector 1030">
              <a:extLst>
                <a:ext uri="{FF2B5EF4-FFF2-40B4-BE49-F238E27FC236}">
                  <a16:creationId xmlns:a16="http://schemas.microsoft.com/office/drawing/2014/main" id="{B1534E9A-22F9-A1A2-24CC-42C1D2371AE1}"/>
                </a:ext>
              </a:extLst>
            </p:cNvPr>
            <p:cNvCxnSpPr>
              <a:stCxn id="7" idx="0"/>
              <a:endCxn id="1029" idx="2"/>
            </p:cNvCxnSpPr>
            <p:nvPr/>
          </p:nvCxnSpPr>
          <p:spPr>
            <a:xfrm flipV="1">
              <a:off x="2724362" y="4146010"/>
              <a:ext cx="5122" cy="54587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2" name="Rectangle 1031">
              <a:extLst>
                <a:ext uri="{FF2B5EF4-FFF2-40B4-BE49-F238E27FC236}">
                  <a16:creationId xmlns:a16="http://schemas.microsoft.com/office/drawing/2014/main" id="{6A0C47FC-3E65-CC8A-9F83-62C1DC3BF161}"/>
                </a:ext>
              </a:extLst>
            </p:cNvPr>
            <p:cNvSpPr/>
            <p:nvPr/>
          </p:nvSpPr>
          <p:spPr>
            <a:xfrm>
              <a:off x="1723644" y="3525919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c7</a:t>
              </a:r>
            </a:p>
          </p:txBody>
        </p:sp>
        <p:cxnSp>
          <p:nvCxnSpPr>
            <p:cNvPr id="1037" name="Straight Arrow Connector 1036">
              <a:extLst>
                <a:ext uri="{FF2B5EF4-FFF2-40B4-BE49-F238E27FC236}">
                  <a16:creationId xmlns:a16="http://schemas.microsoft.com/office/drawing/2014/main" id="{6894BA9F-9207-2EE6-6F95-50C9FDC40191}"/>
                </a:ext>
              </a:extLst>
            </p:cNvPr>
            <p:cNvCxnSpPr>
              <a:stCxn id="8" idx="0"/>
              <a:endCxn id="1032" idx="2"/>
            </p:cNvCxnSpPr>
            <p:nvPr/>
          </p:nvCxnSpPr>
          <p:spPr>
            <a:xfrm flipV="1">
              <a:off x="2016320" y="3750314"/>
              <a:ext cx="0" cy="56962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8" name="Rectangle 1037">
              <a:extLst>
                <a:ext uri="{FF2B5EF4-FFF2-40B4-BE49-F238E27FC236}">
                  <a16:creationId xmlns:a16="http://schemas.microsoft.com/office/drawing/2014/main" id="{80444A7D-AA3C-34BF-5166-1BB6452ADC2D}"/>
                </a:ext>
              </a:extLst>
            </p:cNvPr>
            <p:cNvSpPr/>
            <p:nvPr/>
          </p:nvSpPr>
          <p:spPr>
            <a:xfrm>
              <a:off x="2431684" y="3133427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c8</a:t>
              </a:r>
            </a:p>
          </p:txBody>
        </p:sp>
        <p:cxnSp>
          <p:nvCxnSpPr>
            <p:cNvPr id="1040" name="Straight Arrow Connector 1039">
              <a:extLst>
                <a:ext uri="{FF2B5EF4-FFF2-40B4-BE49-F238E27FC236}">
                  <a16:creationId xmlns:a16="http://schemas.microsoft.com/office/drawing/2014/main" id="{B703BEAD-95FB-2B53-7450-44057FB00444}"/>
                </a:ext>
              </a:extLst>
            </p:cNvPr>
            <p:cNvCxnSpPr>
              <a:stCxn id="1029" idx="0"/>
              <a:endCxn id="1038" idx="2"/>
            </p:cNvCxnSpPr>
            <p:nvPr/>
          </p:nvCxnSpPr>
          <p:spPr>
            <a:xfrm flipH="1" flipV="1">
              <a:off x="2724360" y="3357822"/>
              <a:ext cx="5124" cy="56379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2" name="Connector: Elbow 1041">
              <a:extLst>
                <a:ext uri="{FF2B5EF4-FFF2-40B4-BE49-F238E27FC236}">
                  <a16:creationId xmlns:a16="http://schemas.microsoft.com/office/drawing/2014/main" id="{6A83500A-CC42-90FE-B4FF-4D291F3A8B79}"/>
                </a:ext>
              </a:extLst>
            </p:cNvPr>
            <p:cNvCxnSpPr>
              <a:stCxn id="1032" idx="0"/>
              <a:endCxn id="1038" idx="1"/>
            </p:cNvCxnSpPr>
            <p:nvPr/>
          </p:nvCxnSpPr>
          <p:spPr>
            <a:xfrm rot="5400000" flipH="1" flipV="1">
              <a:off x="2083855" y="3178090"/>
              <a:ext cx="280294" cy="41536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6" name="Straight Connector 1045">
              <a:extLst>
                <a:ext uri="{FF2B5EF4-FFF2-40B4-BE49-F238E27FC236}">
                  <a16:creationId xmlns:a16="http://schemas.microsoft.com/office/drawing/2014/main" id="{9A3288BE-8FBF-AD1C-D0BD-ED22DAD78F6E}"/>
                </a:ext>
              </a:extLst>
            </p:cNvPr>
            <p:cNvCxnSpPr>
              <a:stCxn id="5" idx="0"/>
              <a:endCxn id="8" idx="2"/>
            </p:cNvCxnSpPr>
            <p:nvPr/>
          </p:nvCxnSpPr>
          <p:spPr>
            <a:xfrm flipV="1">
              <a:off x="2016320" y="4544335"/>
              <a:ext cx="0" cy="8514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8FD4640-839B-2A2B-CA09-111B388483EC}"/>
                </a:ext>
              </a:extLst>
            </p:cNvPr>
            <p:cNvSpPr/>
            <p:nvPr/>
          </p:nvSpPr>
          <p:spPr>
            <a:xfrm>
              <a:off x="2431684" y="2710494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c9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2B30FF6-3905-F7BF-9924-90D8DC9115C3}"/>
                </a:ext>
              </a:extLst>
            </p:cNvPr>
            <p:cNvSpPr/>
            <p:nvPr/>
          </p:nvSpPr>
          <p:spPr>
            <a:xfrm>
              <a:off x="2431684" y="2308098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c10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41B9D52-83FC-26D3-B27C-2F83B709D807}"/>
                </a:ext>
              </a:extLst>
            </p:cNvPr>
            <p:cNvCxnSpPr>
              <a:stCxn id="1038" idx="0"/>
              <a:endCxn id="3" idx="2"/>
            </p:cNvCxnSpPr>
            <p:nvPr/>
          </p:nvCxnSpPr>
          <p:spPr>
            <a:xfrm flipV="1">
              <a:off x="2724360" y="2934889"/>
              <a:ext cx="0" cy="19853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2B7C6E9-2B92-8B95-B0C3-F904B4F1A0AD}"/>
                </a:ext>
              </a:extLst>
            </p:cNvPr>
            <p:cNvCxnSpPr>
              <a:stCxn id="3" idx="0"/>
              <a:endCxn id="9" idx="2"/>
            </p:cNvCxnSpPr>
            <p:nvPr/>
          </p:nvCxnSpPr>
          <p:spPr>
            <a:xfrm flipV="1">
              <a:off x="2724360" y="2532493"/>
              <a:ext cx="0" cy="17800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0AD2B1D-E374-2A1A-F06F-49463CC8647D}"/>
                </a:ext>
              </a:extLst>
            </p:cNvPr>
            <p:cNvSpPr/>
            <p:nvPr/>
          </p:nvSpPr>
          <p:spPr>
            <a:xfrm>
              <a:off x="1723644" y="1922812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c11</a:t>
              </a: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9C89BC3B-B01F-07DF-3EAA-D3C89BA641F0}"/>
                </a:ext>
              </a:extLst>
            </p:cNvPr>
            <p:cNvCxnSpPr>
              <a:stCxn id="9" idx="0"/>
              <a:endCxn id="22" idx="3"/>
            </p:cNvCxnSpPr>
            <p:nvPr/>
          </p:nvCxnSpPr>
          <p:spPr>
            <a:xfrm rot="16200000" flipV="1">
              <a:off x="2380134" y="1963872"/>
              <a:ext cx="273088" cy="41536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E2FDD0F-0CD2-611E-CA42-5D797527ACEA}"/>
                </a:ext>
              </a:extLst>
            </p:cNvPr>
            <p:cNvCxnSpPr>
              <a:stCxn id="1032" idx="0"/>
              <a:endCxn id="22" idx="2"/>
            </p:cNvCxnSpPr>
            <p:nvPr/>
          </p:nvCxnSpPr>
          <p:spPr>
            <a:xfrm flipV="1">
              <a:off x="2016320" y="2147207"/>
              <a:ext cx="0" cy="13787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D45A9A68-AD66-7208-F9E9-9BE199590DAD}"/>
              </a:ext>
            </a:extLst>
          </p:cNvPr>
          <p:cNvSpPr/>
          <p:nvPr/>
        </p:nvSpPr>
        <p:spPr>
          <a:xfrm rot="19862585">
            <a:off x="3592748" y="2205214"/>
            <a:ext cx="1674704" cy="587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BA52B3CA-E92C-F52D-67AB-68880B0BD5EB}"/>
              </a:ext>
            </a:extLst>
          </p:cNvPr>
          <p:cNvSpPr/>
          <p:nvPr/>
        </p:nvSpPr>
        <p:spPr>
          <a:xfrm rot="2102033">
            <a:off x="7766647" y="2454870"/>
            <a:ext cx="1674704" cy="587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6D0B1CF-8AA4-8F4C-EF20-2ECAE445ED1B}"/>
              </a:ext>
            </a:extLst>
          </p:cNvPr>
          <p:cNvGrpSpPr/>
          <p:nvPr/>
        </p:nvGrpSpPr>
        <p:grpSpPr>
          <a:xfrm>
            <a:off x="5437806" y="1534094"/>
            <a:ext cx="1796796" cy="4196225"/>
            <a:chOff x="1723644" y="1819656"/>
            <a:chExt cx="1796796" cy="419622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AC32F7C9-5B52-7A49-6620-3630F165F56C}"/>
                </a:ext>
              </a:extLst>
            </p:cNvPr>
            <p:cNvSpPr/>
            <p:nvPr/>
          </p:nvSpPr>
          <p:spPr>
            <a:xfrm>
              <a:off x="1723644" y="5791486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DEDAF87-D678-BD31-5A11-C482B1AF20E6}"/>
                </a:ext>
              </a:extLst>
            </p:cNvPr>
            <p:cNvSpPr/>
            <p:nvPr/>
          </p:nvSpPr>
          <p:spPr>
            <a:xfrm>
              <a:off x="1723644" y="539582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DE65C54-123D-14D4-BB73-3B803A48AB54}"/>
                </a:ext>
              </a:extLst>
            </p:cNvPr>
            <p:cNvSpPr/>
            <p:nvPr/>
          </p:nvSpPr>
          <p:spPr>
            <a:xfrm>
              <a:off x="2431686" y="5078208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c3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CC2956E-973B-ADEC-79AE-74C8297553CE}"/>
                </a:ext>
              </a:extLst>
            </p:cNvPr>
            <p:cNvSpPr/>
            <p:nvPr/>
          </p:nvSpPr>
          <p:spPr>
            <a:xfrm>
              <a:off x="2431686" y="4691884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c4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6F0AF61-862F-EBE5-A37B-141FE62D0719}"/>
                </a:ext>
              </a:extLst>
            </p:cNvPr>
            <p:cNvSpPr/>
            <p:nvPr/>
          </p:nvSpPr>
          <p:spPr>
            <a:xfrm>
              <a:off x="1723644" y="431994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9D729C6-ACB6-1F6F-E13E-3976CFA66D97}"/>
                </a:ext>
              </a:extLst>
            </p:cNvPr>
            <p:cNvCxnSpPr>
              <a:stCxn id="25" idx="0"/>
              <a:endCxn id="27" idx="2"/>
            </p:cNvCxnSpPr>
            <p:nvPr/>
          </p:nvCxnSpPr>
          <p:spPr>
            <a:xfrm flipV="1">
              <a:off x="2016320" y="5620218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Elbow 32">
              <a:extLst>
                <a:ext uri="{FF2B5EF4-FFF2-40B4-BE49-F238E27FC236}">
                  <a16:creationId xmlns:a16="http://schemas.microsoft.com/office/drawing/2014/main" id="{009FA372-1B8B-23EB-B31E-7F4454566490}"/>
                </a:ext>
              </a:extLst>
            </p:cNvPr>
            <p:cNvCxnSpPr>
              <a:stCxn id="27" idx="3"/>
              <a:endCxn id="29" idx="2"/>
            </p:cNvCxnSpPr>
            <p:nvPr/>
          </p:nvCxnSpPr>
          <p:spPr>
            <a:xfrm flipV="1">
              <a:off x="2308996" y="5302603"/>
              <a:ext cx="415366" cy="20541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84859BB0-E7FC-A351-EDAE-459B5838FE0D}"/>
                </a:ext>
              </a:extLst>
            </p:cNvPr>
            <p:cNvCxnSpPr>
              <a:stCxn id="29" idx="0"/>
              <a:endCxn id="30" idx="2"/>
            </p:cNvCxnSpPr>
            <p:nvPr/>
          </p:nvCxnSpPr>
          <p:spPr>
            <a:xfrm flipV="1">
              <a:off x="2724362" y="4916279"/>
              <a:ext cx="0" cy="1619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: Elbow 43">
              <a:extLst>
                <a:ext uri="{FF2B5EF4-FFF2-40B4-BE49-F238E27FC236}">
                  <a16:creationId xmlns:a16="http://schemas.microsoft.com/office/drawing/2014/main" id="{C03EEB45-8376-CC67-1ACA-6B20A671E253}"/>
                </a:ext>
              </a:extLst>
            </p:cNvPr>
            <p:cNvCxnSpPr>
              <a:cxnSpLocks/>
              <a:stCxn id="30" idx="0"/>
              <a:endCxn id="31" idx="3"/>
            </p:cNvCxnSpPr>
            <p:nvPr/>
          </p:nvCxnSpPr>
          <p:spPr>
            <a:xfrm rot="16200000" flipV="1">
              <a:off x="2386806" y="4354328"/>
              <a:ext cx="259746" cy="415366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C4E4D46A-9912-FFAB-A995-241689F7BC2C}"/>
                </a:ext>
              </a:extLst>
            </p:cNvPr>
            <p:cNvSpPr/>
            <p:nvPr/>
          </p:nvSpPr>
          <p:spPr>
            <a:xfrm>
              <a:off x="3169229" y="2099753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sp>
          <p:nvSpPr>
            <p:cNvPr id="1028" name="Oval 1027">
              <a:extLst>
                <a:ext uri="{FF2B5EF4-FFF2-40B4-BE49-F238E27FC236}">
                  <a16:creationId xmlns:a16="http://schemas.microsoft.com/office/drawing/2014/main" id="{67EC3A70-A803-9D46-A99E-76FEBEC4795C}"/>
                </a:ext>
              </a:extLst>
            </p:cNvPr>
            <p:cNvSpPr/>
            <p:nvPr/>
          </p:nvSpPr>
          <p:spPr>
            <a:xfrm>
              <a:off x="2996198" y="1819656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030" name="Connector: Elbow 1029">
              <a:extLst>
                <a:ext uri="{FF2B5EF4-FFF2-40B4-BE49-F238E27FC236}">
                  <a16:creationId xmlns:a16="http://schemas.microsoft.com/office/drawing/2014/main" id="{5FAA7ADF-214B-D5FB-6707-AE439A5F53C2}"/>
                </a:ext>
              </a:extLst>
            </p:cNvPr>
            <p:cNvCxnSpPr>
              <a:cxnSpLocks/>
              <a:stCxn id="57" idx="2"/>
            </p:cNvCxnSpPr>
            <p:nvPr/>
          </p:nvCxnSpPr>
          <p:spPr>
            <a:xfrm rot="10800000" flipV="1">
              <a:off x="3017037" y="2227112"/>
              <a:ext cx="152192" cy="19953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3" name="Connector: Elbow 1032">
              <a:extLst>
                <a:ext uri="{FF2B5EF4-FFF2-40B4-BE49-F238E27FC236}">
                  <a16:creationId xmlns:a16="http://schemas.microsoft.com/office/drawing/2014/main" id="{515116CE-E2B0-BF14-6A05-B94EDCA8A350}"/>
                </a:ext>
              </a:extLst>
            </p:cNvPr>
            <p:cNvCxnSpPr>
              <a:cxnSpLocks/>
              <a:stCxn id="1028" idx="2"/>
            </p:cNvCxnSpPr>
            <p:nvPr/>
          </p:nvCxnSpPr>
          <p:spPr>
            <a:xfrm rot="10800000" flipV="1">
              <a:off x="2308996" y="1947016"/>
              <a:ext cx="687202" cy="89394"/>
            </a:xfrm>
            <a:prstGeom prst="bentConnector3">
              <a:avLst>
                <a:gd name="adj1" fmla="val 7395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5" name="Rectangle 1034">
              <a:extLst>
                <a:ext uri="{FF2B5EF4-FFF2-40B4-BE49-F238E27FC236}">
                  <a16:creationId xmlns:a16="http://schemas.microsoft.com/office/drawing/2014/main" id="{8F92A558-4508-23B8-DC7F-863F4874AC47}"/>
                </a:ext>
              </a:extLst>
            </p:cNvPr>
            <p:cNvSpPr/>
            <p:nvPr/>
          </p:nvSpPr>
          <p:spPr>
            <a:xfrm>
              <a:off x="2436808" y="3921615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c6</a:t>
              </a:r>
            </a:p>
          </p:txBody>
        </p:sp>
        <p:cxnSp>
          <p:nvCxnSpPr>
            <p:cNvPr id="1036" name="Straight Arrow Connector 1035">
              <a:extLst>
                <a:ext uri="{FF2B5EF4-FFF2-40B4-BE49-F238E27FC236}">
                  <a16:creationId xmlns:a16="http://schemas.microsoft.com/office/drawing/2014/main" id="{23EA503A-E361-56F8-FAB8-AF260766A6CC}"/>
                </a:ext>
              </a:extLst>
            </p:cNvPr>
            <p:cNvCxnSpPr>
              <a:stCxn id="30" idx="0"/>
              <a:endCxn id="1035" idx="2"/>
            </p:cNvCxnSpPr>
            <p:nvPr/>
          </p:nvCxnSpPr>
          <p:spPr>
            <a:xfrm flipV="1">
              <a:off x="2724362" y="4146010"/>
              <a:ext cx="5122" cy="54587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9" name="Rectangle 1038">
              <a:extLst>
                <a:ext uri="{FF2B5EF4-FFF2-40B4-BE49-F238E27FC236}">
                  <a16:creationId xmlns:a16="http://schemas.microsoft.com/office/drawing/2014/main" id="{BD397CC9-ACEF-FF40-6169-EB01B1A66125}"/>
                </a:ext>
              </a:extLst>
            </p:cNvPr>
            <p:cNvSpPr/>
            <p:nvPr/>
          </p:nvSpPr>
          <p:spPr>
            <a:xfrm>
              <a:off x="1723644" y="3525919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c7</a:t>
              </a:r>
            </a:p>
          </p:txBody>
        </p:sp>
        <p:cxnSp>
          <p:nvCxnSpPr>
            <p:cNvPr id="1041" name="Straight Arrow Connector 1040">
              <a:extLst>
                <a:ext uri="{FF2B5EF4-FFF2-40B4-BE49-F238E27FC236}">
                  <a16:creationId xmlns:a16="http://schemas.microsoft.com/office/drawing/2014/main" id="{E5A038E9-ADC7-6FF4-BCFC-AF05274FD6A8}"/>
                </a:ext>
              </a:extLst>
            </p:cNvPr>
            <p:cNvCxnSpPr>
              <a:stCxn id="31" idx="0"/>
              <a:endCxn id="1039" idx="2"/>
            </p:cNvCxnSpPr>
            <p:nvPr/>
          </p:nvCxnSpPr>
          <p:spPr>
            <a:xfrm flipV="1">
              <a:off x="2016320" y="3750314"/>
              <a:ext cx="0" cy="56962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43" name="Rectangle 1042">
              <a:extLst>
                <a:ext uri="{FF2B5EF4-FFF2-40B4-BE49-F238E27FC236}">
                  <a16:creationId xmlns:a16="http://schemas.microsoft.com/office/drawing/2014/main" id="{0170A285-8A75-9F21-C9A6-0EDC0B8CC253}"/>
                </a:ext>
              </a:extLst>
            </p:cNvPr>
            <p:cNvSpPr/>
            <p:nvPr/>
          </p:nvSpPr>
          <p:spPr>
            <a:xfrm>
              <a:off x="2431684" y="3133427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c8</a:t>
              </a:r>
            </a:p>
          </p:txBody>
        </p:sp>
        <p:cxnSp>
          <p:nvCxnSpPr>
            <p:cNvPr id="1044" name="Straight Arrow Connector 1043">
              <a:extLst>
                <a:ext uri="{FF2B5EF4-FFF2-40B4-BE49-F238E27FC236}">
                  <a16:creationId xmlns:a16="http://schemas.microsoft.com/office/drawing/2014/main" id="{3410BD85-CCA7-F184-5961-0670A4CB6683}"/>
                </a:ext>
              </a:extLst>
            </p:cNvPr>
            <p:cNvCxnSpPr>
              <a:stCxn id="1035" idx="0"/>
              <a:endCxn id="1043" idx="2"/>
            </p:cNvCxnSpPr>
            <p:nvPr/>
          </p:nvCxnSpPr>
          <p:spPr>
            <a:xfrm flipH="1" flipV="1">
              <a:off x="2724360" y="3357822"/>
              <a:ext cx="5124" cy="56379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5" name="Connector: Elbow 1044">
              <a:extLst>
                <a:ext uri="{FF2B5EF4-FFF2-40B4-BE49-F238E27FC236}">
                  <a16:creationId xmlns:a16="http://schemas.microsoft.com/office/drawing/2014/main" id="{920BF98D-0239-E6C7-D67E-62E6E88D5465}"/>
                </a:ext>
              </a:extLst>
            </p:cNvPr>
            <p:cNvCxnSpPr>
              <a:stCxn id="1039" idx="0"/>
              <a:endCxn id="1043" idx="1"/>
            </p:cNvCxnSpPr>
            <p:nvPr/>
          </p:nvCxnSpPr>
          <p:spPr>
            <a:xfrm rot="5400000" flipH="1" flipV="1">
              <a:off x="2083855" y="3178090"/>
              <a:ext cx="280294" cy="41536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7" name="Straight Connector 1046">
              <a:extLst>
                <a:ext uri="{FF2B5EF4-FFF2-40B4-BE49-F238E27FC236}">
                  <a16:creationId xmlns:a16="http://schemas.microsoft.com/office/drawing/2014/main" id="{079C540A-95A2-E4F8-6147-F7934D5730F4}"/>
                </a:ext>
              </a:extLst>
            </p:cNvPr>
            <p:cNvCxnSpPr>
              <a:stCxn id="27" idx="0"/>
              <a:endCxn id="31" idx="2"/>
            </p:cNvCxnSpPr>
            <p:nvPr/>
          </p:nvCxnSpPr>
          <p:spPr>
            <a:xfrm flipV="1">
              <a:off x="2016320" y="4544335"/>
              <a:ext cx="0" cy="8514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48" name="Rectangle 1047">
              <a:extLst>
                <a:ext uri="{FF2B5EF4-FFF2-40B4-BE49-F238E27FC236}">
                  <a16:creationId xmlns:a16="http://schemas.microsoft.com/office/drawing/2014/main" id="{8FAA24FB-E7BC-3907-6BE2-37678F0BF9A7}"/>
                </a:ext>
              </a:extLst>
            </p:cNvPr>
            <p:cNvSpPr/>
            <p:nvPr/>
          </p:nvSpPr>
          <p:spPr>
            <a:xfrm>
              <a:off x="2431684" y="2710494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c9</a:t>
              </a:r>
            </a:p>
          </p:txBody>
        </p:sp>
        <p:sp>
          <p:nvSpPr>
            <p:cNvPr id="1049" name="Rectangle 1048">
              <a:extLst>
                <a:ext uri="{FF2B5EF4-FFF2-40B4-BE49-F238E27FC236}">
                  <a16:creationId xmlns:a16="http://schemas.microsoft.com/office/drawing/2014/main" id="{AC809CF1-B34D-7038-9966-0E40C1EF8B20}"/>
                </a:ext>
              </a:extLst>
            </p:cNvPr>
            <p:cNvSpPr/>
            <p:nvPr/>
          </p:nvSpPr>
          <p:spPr>
            <a:xfrm>
              <a:off x="2431684" y="2308098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c10</a:t>
              </a:r>
            </a:p>
          </p:txBody>
        </p:sp>
        <p:cxnSp>
          <p:nvCxnSpPr>
            <p:cNvPr id="1051" name="Straight Arrow Connector 1050">
              <a:extLst>
                <a:ext uri="{FF2B5EF4-FFF2-40B4-BE49-F238E27FC236}">
                  <a16:creationId xmlns:a16="http://schemas.microsoft.com/office/drawing/2014/main" id="{5FC34A5A-9E0A-CA83-D4B4-3006F11565C2}"/>
                </a:ext>
              </a:extLst>
            </p:cNvPr>
            <p:cNvCxnSpPr>
              <a:stCxn id="1043" idx="0"/>
              <a:endCxn id="1048" idx="2"/>
            </p:cNvCxnSpPr>
            <p:nvPr/>
          </p:nvCxnSpPr>
          <p:spPr>
            <a:xfrm flipV="1">
              <a:off x="2724360" y="2934889"/>
              <a:ext cx="0" cy="19853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3" name="Straight Arrow Connector 1052">
              <a:extLst>
                <a:ext uri="{FF2B5EF4-FFF2-40B4-BE49-F238E27FC236}">
                  <a16:creationId xmlns:a16="http://schemas.microsoft.com/office/drawing/2014/main" id="{7DDE8276-4CF0-D37C-D3E3-D24632165AAA}"/>
                </a:ext>
              </a:extLst>
            </p:cNvPr>
            <p:cNvCxnSpPr>
              <a:stCxn id="1048" idx="0"/>
              <a:endCxn id="1049" idx="2"/>
            </p:cNvCxnSpPr>
            <p:nvPr/>
          </p:nvCxnSpPr>
          <p:spPr>
            <a:xfrm flipV="1">
              <a:off x="2724360" y="2532493"/>
              <a:ext cx="0" cy="17800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5" name="Rectangle 1054">
              <a:extLst>
                <a:ext uri="{FF2B5EF4-FFF2-40B4-BE49-F238E27FC236}">
                  <a16:creationId xmlns:a16="http://schemas.microsoft.com/office/drawing/2014/main" id="{467DCDDD-FBC9-416B-34B1-6C4038CB9E82}"/>
                </a:ext>
              </a:extLst>
            </p:cNvPr>
            <p:cNvSpPr/>
            <p:nvPr/>
          </p:nvSpPr>
          <p:spPr>
            <a:xfrm>
              <a:off x="1723644" y="1922812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c11</a:t>
              </a:r>
            </a:p>
          </p:txBody>
        </p:sp>
        <p:cxnSp>
          <p:nvCxnSpPr>
            <p:cNvPr id="1056" name="Connector: Elbow 1055">
              <a:extLst>
                <a:ext uri="{FF2B5EF4-FFF2-40B4-BE49-F238E27FC236}">
                  <a16:creationId xmlns:a16="http://schemas.microsoft.com/office/drawing/2014/main" id="{F5F3D97E-5149-FD67-3A2B-126B6720DDA1}"/>
                </a:ext>
              </a:extLst>
            </p:cNvPr>
            <p:cNvCxnSpPr>
              <a:stCxn id="1049" idx="0"/>
              <a:endCxn id="1055" idx="3"/>
            </p:cNvCxnSpPr>
            <p:nvPr/>
          </p:nvCxnSpPr>
          <p:spPr>
            <a:xfrm rot="16200000" flipV="1">
              <a:off x="2380134" y="1963872"/>
              <a:ext cx="273088" cy="41536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7" name="Straight Connector 1056">
              <a:extLst>
                <a:ext uri="{FF2B5EF4-FFF2-40B4-BE49-F238E27FC236}">
                  <a16:creationId xmlns:a16="http://schemas.microsoft.com/office/drawing/2014/main" id="{364DA627-4A59-F037-A4ED-9E533305C8B5}"/>
                </a:ext>
              </a:extLst>
            </p:cNvPr>
            <p:cNvCxnSpPr>
              <a:stCxn id="1039" idx="0"/>
              <a:endCxn id="1055" idx="2"/>
            </p:cNvCxnSpPr>
            <p:nvPr/>
          </p:nvCxnSpPr>
          <p:spPr>
            <a:xfrm flipV="1">
              <a:off x="2016320" y="2147207"/>
              <a:ext cx="0" cy="13787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87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BBDA7034-0CAC-75AD-A096-323C97B95A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6304" y="4644265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9" name="Rectangle 1088">
            <a:extLst>
              <a:ext uri="{FF2B5EF4-FFF2-40B4-BE49-F238E27FC236}">
                <a16:creationId xmlns:a16="http://schemas.microsoft.com/office/drawing/2014/main" id="{11AED2C1-866C-9BC6-71C3-A45D4FC5611F}"/>
              </a:ext>
            </a:extLst>
          </p:cNvPr>
          <p:cNvSpPr/>
          <p:nvPr/>
        </p:nvSpPr>
        <p:spPr>
          <a:xfrm>
            <a:off x="9805809" y="5272633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90" name="Rectangle 1089">
            <a:extLst>
              <a:ext uri="{FF2B5EF4-FFF2-40B4-BE49-F238E27FC236}">
                <a16:creationId xmlns:a16="http://schemas.microsoft.com/office/drawing/2014/main" id="{4D88A890-7972-F070-CFB8-934510A2439E}"/>
              </a:ext>
            </a:extLst>
          </p:cNvPr>
          <p:cNvSpPr/>
          <p:nvPr/>
        </p:nvSpPr>
        <p:spPr>
          <a:xfrm>
            <a:off x="9805809" y="4876970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91" name="Rectangle 1090">
            <a:extLst>
              <a:ext uri="{FF2B5EF4-FFF2-40B4-BE49-F238E27FC236}">
                <a16:creationId xmlns:a16="http://schemas.microsoft.com/office/drawing/2014/main" id="{2240EE75-2AC7-AFB8-3E81-EDA115E02967}"/>
              </a:ext>
            </a:extLst>
          </p:cNvPr>
          <p:cNvSpPr/>
          <p:nvPr/>
        </p:nvSpPr>
        <p:spPr>
          <a:xfrm>
            <a:off x="9805809" y="4477743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092" name="Straight Arrow Connector 1091">
            <a:extLst>
              <a:ext uri="{FF2B5EF4-FFF2-40B4-BE49-F238E27FC236}">
                <a16:creationId xmlns:a16="http://schemas.microsoft.com/office/drawing/2014/main" id="{34C55FA5-4191-E2EC-8DC5-5C720D679D09}"/>
              </a:ext>
            </a:extLst>
          </p:cNvPr>
          <p:cNvCxnSpPr>
            <a:stCxn id="1089" idx="0"/>
            <a:endCxn id="1090" idx="2"/>
          </p:cNvCxnSpPr>
          <p:nvPr/>
        </p:nvCxnSpPr>
        <p:spPr>
          <a:xfrm flipV="1">
            <a:off x="10098485" y="5101365"/>
            <a:ext cx="0" cy="171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3" name="Oval 1092">
            <a:extLst>
              <a:ext uri="{FF2B5EF4-FFF2-40B4-BE49-F238E27FC236}">
                <a16:creationId xmlns:a16="http://schemas.microsoft.com/office/drawing/2014/main" id="{03283506-0C92-389F-6846-838DCE38BEB8}"/>
              </a:ext>
            </a:extLst>
          </p:cNvPr>
          <p:cNvSpPr/>
          <p:nvPr/>
        </p:nvSpPr>
        <p:spPr>
          <a:xfrm>
            <a:off x="10706747" y="3415110"/>
            <a:ext cx="351211" cy="254719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83E4DCE0-26D3-9E80-29BC-0CFEC48805BD}"/>
              </a:ext>
            </a:extLst>
          </p:cNvPr>
          <p:cNvCxnSpPr>
            <a:cxnSpLocks/>
            <a:stCxn id="1093" idx="2"/>
          </p:cNvCxnSpPr>
          <p:nvPr/>
        </p:nvCxnSpPr>
        <p:spPr>
          <a:xfrm rot="10800000" flipV="1">
            <a:off x="10391161" y="3542469"/>
            <a:ext cx="315586" cy="23365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5" name="Straight Arrow Connector 1094">
            <a:extLst>
              <a:ext uri="{FF2B5EF4-FFF2-40B4-BE49-F238E27FC236}">
                <a16:creationId xmlns:a16="http://schemas.microsoft.com/office/drawing/2014/main" id="{2C0EDBDE-5B94-E430-F1F5-0CD8EFA9EA49}"/>
              </a:ext>
            </a:extLst>
          </p:cNvPr>
          <p:cNvCxnSpPr>
            <a:stCxn id="1090" idx="0"/>
            <a:endCxn id="1091" idx="2"/>
          </p:cNvCxnSpPr>
          <p:nvPr/>
        </p:nvCxnSpPr>
        <p:spPr>
          <a:xfrm flipV="1">
            <a:off x="10098485" y="4702138"/>
            <a:ext cx="0" cy="1748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6" name="Rectangle 1095">
            <a:extLst>
              <a:ext uri="{FF2B5EF4-FFF2-40B4-BE49-F238E27FC236}">
                <a16:creationId xmlns:a16="http://schemas.microsoft.com/office/drawing/2014/main" id="{9E922DCE-6AAB-C598-FCE8-CEB75201E0E9}"/>
              </a:ext>
            </a:extLst>
          </p:cNvPr>
          <p:cNvSpPr/>
          <p:nvPr/>
        </p:nvSpPr>
        <p:spPr>
          <a:xfrm>
            <a:off x="9805809" y="4068210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097" name="Straight Arrow Connector 1096">
            <a:extLst>
              <a:ext uri="{FF2B5EF4-FFF2-40B4-BE49-F238E27FC236}">
                <a16:creationId xmlns:a16="http://schemas.microsoft.com/office/drawing/2014/main" id="{4FCAA0CB-77A7-CFEB-541C-1AA49875215A}"/>
              </a:ext>
            </a:extLst>
          </p:cNvPr>
          <p:cNvCxnSpPr>
            <a:stCxn id="1091" idx="0"/>
            <a:endCxn id="1096" idx="2"/>
          </p:cNvCxnSpPr>
          <p:nvPr/>
        </p:nvCxnSpPr>
        <p:spPr>
          <a:xfrm flipV="1">
            <a:off x="10098485" y="4292605"/>
            <a:ext cx="0" cy="185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C504C1EA-137B-600D-2FA0-B983870FA701}"/>
              </a:ext>
            </a:extLst>
          </p:cNvPr>
          <p:cNvSpPr/>
          <p:nvPr/>
        </p:nvSpPr>
        <p:spPr>
          <a:xfrm>
            <a:off x="9805809" y="3663809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1100" name="Straight Arrow Connector 1099">
            <a:extLst>
              <a:ext uri="{FF2B5EF4-FFF2-40B4-BE49-F238E27FC236}">
                <a16:creationId xmlns:a16="http://schemas.microsoft.com/office/drawing/2014/main" id="{11976B61-0204-44F9-BCE6-3B529AC76B42}"/>
              </a:ext>
            </a:extLst>
          </p:cNvPr>
          <p:cNvCxnSpPr>
            <a:stCxn id="1096" idx="0"/>
            <a:endCxn id="1098" idx="2"/>
          </p:cNvCxnSpPr>
          <p:nvPr/>
        </p:nvCxnSpPr>
        <p:spPr>
          <a:xfrm flipV="1">
            <a:off x="10098485" y="3888204"/>
            <a:ext cx="0" cy="1800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4229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BE456-7344-E660-69E4-9C339476B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26BC2975-B5C5-161C-D6A1-7DF34C5797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FFE62E6B-C89A-9B49-D645-AC29EA56A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F782B43C-30E5-9ADC-4F48-3C93A06A20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62955096-DCF5-14FF-E110-3972098F9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283F4CE3-AB37-2296-FDA0-0687E538CC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EE0AE55C-C949-1C35-73DB-21A91AF5E651}"/>
              </a:ext>
            </a:extLst>
          </p:cNvPr>
          <p:cNvCxnSpPr>
            <a:stCxn id="1257" idx="2"/>
            <a:endCxn id="1207" idx="3"/>
          </p:cNvCxnSpPr>
          <p:nvPr/>
        </p:nvCxnSpPr>
        <p:spPr>
          <a:xfrm rot="10800000" flipV="1">
            <a:off x="7470054" y="288247"/>
            <a:ext cx="329779" cy="17481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92" name="Group 1291">
            <a:extLst>
              <a:ext uri="{FF2B5EF4-FFF2-40B4-BE49-F238E27FC236}">
                <a16:creationId xmlns:a16="http://schemas.microsoft.com/office/drawing/2014/main" id="{6BC1C295-1238-C99B-1FA3-6B7719C9C456}"/>
              </a:ext>
            </a:extLst>
          </p:cNvPr>
          <p:cNvGrpSpPr/>
          <p:nvPr/>
        </p:nvGrpSpPr>
        <p:grpSpPr>
          <a:xfrm>
            <a:off x="7436168" y="4665831"/>
            <a:ext cx="994249" cy="1277024"/>
            <a:chOff x="7436168" y="4665831"/>
            <a:chExt cx="994249" cy="1277024"/>
          </a:xfrm>
        </p:grpSpPr>
        <p:sp>
          <p:nvSpPr>
            <p:cNvPr id="1109" name="Rectangle 1108">
              <a:extLst>
                <a:ext uri="{FF2B5EF4-FFF2-40B4-BE49-F238E27FC236}">
                  <a16:creationId xmlns:a16="http://schemas.microsoft.com/office/drawing/2014/main" id="{3D75CFCB-58C6-DAEB-5A48-FFA695059606}"/>
                </a:ext>
              </a:extLst>
            </p:cNvPr>
            <p:cNvSpPr/>
            <p:nvPr/>
          </p:nvSpPr>
          <p:spPr>
            <a:xfrm>
              <a:off x="7436168" y="5773402"/>
              <a:ext cx="498228" cy="169453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1110" name="Rectangle 1109">
              <a:extLst>
                <a:ext uri="{FF2B5EF4-FFF2-40B4-BE49-F238E27FC236}">
                  <a16:creationId xmlns:a16="http://schemas.microsoft.com/office/drawing/2014/main" id="{09D7FFC7-613D-C37D-0B7B-693BB7C9EC3A}"/>
                </a:ext>
              </a:extLst>
            </p:cNvPr>
            <p:cNvSpPr/>
            <p:nvPr/>
          </p:nvSpPr>
          <p:spPr>
            <a:xfrm>
              <a:off x="7436168" y="5474614"/>
              <a:ext cx="498228" cy="169453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1113" name="Rectangle 1112">
              <a:extLst>
                <a:ext uri="{FF2B5EF4-FFF2-40B4-BE49-F238E27FC236}">
                  <a16:creationId xmlns:a16="http://schemas.microsoft.com/office/drawing/2014/main" id="{5BC0D566-733F-F9C5-74DF-24889DDC4DBD}"/>
                </a:ext>
              </a:extLst>
            </p:cNvPr>
            <p:cNvSpPr/>
            <p:nvPr/>
          </p:nvSpPr>
          <p:spPr>
            <a:xfrm>
              <a:off x="7436168" y="5175827"/>
              <a:ext cx="498228" cy="169453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1114" name="Straight Arrow Connector 1113">
              <a:extLst>
                <a:ext uri="{FF2B5EF4-FFF2-40B4-BE49-F238E27FC236}">
                  <a16:creationId xmlns:a16="http://schemas.microsoft.com/office/drawing/2014/main" id="{C351B7DE-07B4-EB90-C039-1E4A197BEB45}"/>
                </a:ext>
              </a:extLst>
            </p:cNvPr>
            <p:cNvCxnSpPr>
              <a:stCxn id="1109" idx="0"/>
              <a:endCxn id="1110" idx="2"/>
            </p:cNvCxnSpPr>
            <p:nvPr/>
          </p:nvCxnSpPr>
          <p:spPr>
            <a:xfrm flipV="1">
              <a:off x="7685282" y="5644068"/>
              <a:ext cx="0" cy="1293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5" name="Rectangle 1214">
              <a:extLst>
                <a:ext uri="{FF2B5EF4-FFF2-40B4-BE49-F238E27FC236}">
                  <a16:creationId xmlns:a16="http://schemas.microsoft.com/office/drawing/2014/main" id="{6F777D0A-4DD1-A2B5-5CD7-A7E507FC92E0}"/>
                </a:ext>
              </a:extLst>
            </p:cNvPr>
            <p:cNvSpPr/>
            <p:nvPr/>
          </p:nvSpPr>
          <p:spPr>
            <a:xfrm>
              <a:off x="7436168" y="4857093"/>
              <a:ext cx="498228" cy="169453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c17</a:t>
              </a:r>
            </a:p>
          </p:txBody>
        </p:sp>
        <p:cxnSp>
          <p:nvCxnSpPr>
            <p:cNvPr id="1243" name="Straight Arrow Connector 1242">
              <a:extLst>
                <a:ext uri="{FF2B5EF4-FFF2-40B4-BE49-F238E27FC236}">
                  <a16:creationId xmlns:a16="http://schemas.microsoft.com/office/drawing/2014/main" id="{D9D8B06A-6D93-ED9D-6D2E-5BCA86E27F7F}"/>
                </a:ext>
              </a:extLst>
            </p:cNvPr>
            <p:cNvCxnSpPr>
              <a:stCxn id="1110" idx="0"/>
              <a:endCxn id="1113" idx="2"/>
            </p:cNvCxnSpPr>
            <p:nvPr/>
          </p:nvCxnSpPr>
          <p:spPr>
            <a:xfrm flipV="1">
              <a:off x="7685282" y="5345280"/>
              <a:ext cx="0" cy="1293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7" name="Straight Arrow Connector 1246">
              <a:extLst>
                <a:ext uri="{FF2B5EF4-FFF2-40B4-BE49-F238E27FC236}">
                  <a16:creationId xmlns:a16="http://schemas.microsoft.com/office/drawing/2014/main" id="{B02199F0-E01B-6208-5BB6-4340E69FC21A}"/>
                </a:ext>
              </a:extLst>
            </p:cNvPr>
            <p:cNvCxnSpPr>
              <a:stCxn id="1113" idx="0"/>
              <a:endCxn id="1215" idx="2"/>
            </p:cNvCxnSpPr>
            <p:nvPr/>
          </p:nvCxnSpPr>
          <p:spPr>
            <a:xfrm flipV="1">
              <a:off x="7685282" y="5026546"/>
              <a:ext cx="0" cy="1492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60" name="Oval 1259">
              <a:extLst>
                <a:ext uri="{FF2B5EF4-FFF2-40B4-BE49-F238E27FC236}">
                  <a16:creationId xmlns:a16="http://schemas.microsoft.com/office/drawing/2014/main" id="{9F7E57E9-8940-7AA4-5C5F-32BDB651E959}"/>
                </a:ext>
              </a:extLst>
            </p:cNvPr>
            <p:cNvSpPr/>
            <p:nvPr/>
          </p:nvSpPr>
          <p:spPr>
            <a:xfrm>
              <a:off x="8173680" y="4665831"/>
              <a:ext cx="256737" cy="218143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270" name="Connector: Elbow 1269">
              <a:extLst>
                <a:ext uri="{FF2B5EF4-FFF2-40B4-BE49-F238E27FC236}">
                  <a16:creationId xmlns:a16="http://schemas.microsoft.com/office/drawing/2014/main" id="{49100354-52DE-AE9F-398B-7BF41111F135}"/>
                </a:ext>
              </a:extLst>
            </p:cNvPr>
            <p:cNvCxnSpPr>
              <a:stCxn id="1260" idx="2"/>
              <a:endCxn id="1215" idx="3"/>
            </p:cNvCxnSpPr>
            <p:nvPr/>
          </p:nvCxnSpPr>
          <p:spPr>
            <a:xfrm rot="10800000" flipV="1">
              <a:off x="7934396" y="4774902"/>
              <a:ext cx="239284" cy="166917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82" name="Connector: Elbow 1281">
            <a:extLst>
              <a:ext uri="{FF2B5EF4-FFF2-40B4-BE49-F238E27FC236}">
                <a16:creationId xmlns:a16="http://schemas.microsoft.com/office/drawing/2014/main" id="{0467E768-DFA8-1967-9FAE-D03F0FAEA5B2}"/>
              </a:ext>
            </a:extLst>
          </p:cNvPr>
          <p:cNvCxnSpPr>
            <a:stCxn id="1273" idx="2"/>
            <a:endCxn id="1200" idx="3"/>
          </p:cNvCxnSpPr>
          <p:nvPr/>
        </p:nvCxnSpPr>
        <p:spPr>
          <a:xfrm rot="10800000" flipV="1">
            <a:off x="8033795" y="484724"/>
            <a:ext cx="396623" cy="2115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96" name="Group 1295">
            <a:extLst>
              <a:ext uri="{FF2B5EF4-FFF2-40B4-BE49-F238E27FC236}">
                <a16:creationId xmlns:a16="http://schemas.microsoft.com/office/drawing/2014/main" id="{1C0DBEF5-B89F-499D-E6A2-FD5324F364F2}"/>
              </a:ext>
            </a:extLst>
          </p:cNvPr>
          <p:cNvGrpSpPr/>
          <p:nvPr/>
        </p:nvGrpSpPr>
        <p:grpSpPr>
          <a:xfrm>
            <a:off x="314435" y="4511696"/>
            <a:ext cx="2138251" cy="1924682"/>
            <a:chOff x="314435" y="4511696"/>
            <a:chExt cx="2138251" cy="1924682"/>
          </a:xfrm>
        </p:grpSpPr>
        <p:grpSp>
          <p:nvGrpSpPr>
            <p:cNvPr id="1261" name="Group 1260">
              <a:extLst>
                <a:ext uri="{FF2B5EF4-FFF2-40B4-BE49-F238E27FC236}">
                  <a16:creationId xmlns:a16="http://schemas.microsoft.com/office/drawing/2014/main" id="{F4B56F07-EE0B-2726-93CC-C58EF2E17BDA}"/>
                </a:ext>
              </a:extLst>
            </p:cNvPr>
            <p:cNvGrpSpPr/>
            <p:nvPr/>
          </p:nvGrpSpPr>
          <p:grpSpPr>
            <a:xfrm>
              <a:off x="314435" y="4624362"/>
              <a:ext cx="1611002" cy="1812016"/>
              <a:chOff x="177275" y="4843818"/>
              <a:chExt cx="1611002" cy="1812016"/>
            </a:xfrm>
          </p:grpSpPr>
          <p:sp>
            <p:nvSpPr>
              <p:cNvPr id="1084" name="Rectangle 1083">
                <a:extLst>
                  <a:ext uri="{FF2B5EF4-FFF2-40B4-BE49-F238E27FC236}">
                    <a16:creationId xmlns:a16="http://schemas.microsoft.com/office/drawing/2014/main" id="{BA90A4D1-AB68-60EA-F735-590769F29970}"/>
                  </a:ext>
                </a:extLst>
              </p:cNvPr>
              <p:cNvSpPr/>
              <p:nvPr/>
            </p:nvSpPr>
            <p:spPr>
              <a:xfrm>
                <a:off x="177275" y="6486381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</a:t>
                </a:r>
              </a:p>
            </p:txBody>
          </p:sp>
          <p:sp>
            <p:nvSpPr>
              <p:cNvPr id="1085" name="Rectangle 1084">
                <a:extLst>
                  <a:ext uri="{FF2B5EF4-FFF2-40B4-BE49-F238E27FC236}">
                    <a16:creationId xmlns:a16="http://schemas.microsoft.com/office/drawing/2014/main" id="{0AC6DD30-712A-4CA9-C559-3ECD7158765C}"/>
                  </a:ext>
                </a:extLst>
              </p:cNvPr>
              <p:cNvSpPr/>
              <p:nvPr/>
            </p:nvSpPr>
            <p:spPr>
              <a:xfrm>
                <a:off x="177275" y="6187594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c2</a:t>
                </a:r>
              </a:p>
            </p:txBody>
          </p:sp>
          <p:sp>
            <p:nvSpPr>
              <p:cNvPr id="1086" name="Rectangle 1085">
                <a:extLst>
                  <a:ext uri="{FF2B5EF4-FFF2-40B4-BE49-F238E27FC236}">
                    <a16:creationId xmlns:a16="http://schemas.microsoft.com/office/drawing/2014/main" id="{854DB059-E99C-A8C0-5BC1-3DE621EB6539}"/>
                  </a:ext>
                </a:extLst>
              </p:cNvPr>
              <p:cNvSpPr/>
              <p:nvPr/>
            </p:nvSpPr>
            <p:spPr>
              <a:xfrm>
                <a:off x="741016" y="5975365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c3</a:t>
                </a:r>
              </a:p>
            </p:txBody>
          </p:sp>
          <p:sp>
            <p:nvSpPr>
              <p:cNvPr id="1088" name="Rectangle 1087">
                <a:extLst>
                  <a:ext uri="{FF2B5EF4-FFF2-40B4-BE49-F238E27FC236}">
                    <a16:creationId xmlns:a16="http://schemas.microsoft.com/office/drawing/2014/main" id="{199CF6A0-9BC9-91A8-3443-FA96F0455092}"/>
                  </a:ext>
                </a:extLst>
              </p:cNvPr>
              <p:cNvSpPr/>
              <p:nvPr/>
            </p:nvSpPr>
            <p:spPr>
              <a:xfrm>
                <a:off x="741016" y="5683630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c4</a:t>
                </a:r>
              </a:p>
            </p:txBody>
          </p:sp>
          <p:sp>
            <p:nvSpPr>
              <p:cNvPr id="1099" name="Rectangle 1098">
                <a:extLst>
                  <a:ext uri="{FF2B5EF4-FFF2-40B4-BE49-F238E27FC236}">
                    <a16:creationId xmlns:a16="http://schemas.microsoft.com/office/drawing/2014/main" id="{B983F248-1B8A-845C-86FD-B4B5A0DF50BE}"/>
                  </a:ext>
                </a:extLst>
              </p:cNvPr>
              <p:cNvSpPr/>
              <p:nvPr/>
            </p:nvSpPr>
            <p:spPr>
              <a:xfrm>
                <a:off x="177275" y="5416565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c5</a:t>
                </a:r>
              </a:p>
            </p:txBody>
          </p:sp>
          <p:cxnSp>
            <p:nvCxnSpPr>
              <p:cNvPr id="1101" name="Straight Arrow Connector 1100">
                <a:extLst>
                  <a:ext uri="{FF2B5EF4-FFF2-40B4-BE49-F238E27FC236}">
                    <a16:creationId xmlns:a16="http://schemas.microsoft.com/office/drawing/2014/main" id="{1C6FCF82-2CD2-4279-D271-A2935B85682A}"/>
                  </a:ext>
                </a:extLst>
              </p:cNvPr>
              <p:cNvCxnSpPr>
                <a:stCxn id="1084" idx="0"/>
                <a:endCxn id="1085" idx="2"/>
              </p:cNvCxnSpPr>
              <p:nvPr/>
            </p:nvCxnSpPr>
            <p:spPr>
              <a:xfrm flipV="1">
                <a:off x="426389" y="6357047"/>
                <a:ext cx="0" cy="129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2" name="Connector: Elbow 1101">
                <a:extLst>
                  <a:ext uri="{FF2B5EF4-FFF2-40B4-BE49-F238E27FC236}">
                    <a16:creationId xmlns:a16="http://schemas.microsoft.com/office/drawing/2014/main" id="{C54DC19A-1CD9-49CB-883E-734B77C97BA8}"/>
                  </a:ext>
                </a:extLst>
              </p:cNvPr>
              <p:cNvCxnSpPr>
                <a:stCxn id="1085" idx="3"/>
                <a:endCxn id="1086" idx="2"/>
              </p:cNvCxnSpPr>
              <p:nvPr/>
            </p:nvCxnSpPr>
            <p:spPr>
              <a:xfrm flipV="1">
                <a:off x="675503" y="6144818"/>
                <a:ext cx="314627" cy="12750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3" name="Straight Arrow Connector 1102">
                <a:extLst>
                  <a:ext uri="{FF2B5EF4-FFF2-40B4-BE49-F238E27FC236}">
                    <a16:creationId xmlns:a16="http://schemas.microsoft.com/office/drawing/2014/main" id="{8C5D8FF5-A8FE-A7EB-06FF-763ECEC89DE9}"/>
                  </a:ext>
                </a:extLst>
              </p:cNvPr>
              <p:cNvCxnSpPr>
                <a:stCxn id="1086" idx="0"/>
                <a:endCxn id="1088" idx="2"/>
              </p:cNvCxnSpPr>
              <p:nvPr/>
            </p:nvCxnSpPr>
            <p:spPr>
              <a:xfrm flipV="1">
                <a:off x="990130" y="5853084"/>
                <a:ext cx="0" cy="12228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4" name="Connector: Elbow 1103">
                <a:extLst>
                  <a:ext uri="{FF2B5EF4-FFF2-40B4-BE49-F238E27FC236}">
                    <a16:creationId xmlns:a16="http://schemas.microsoft.com/office/drawing/2014/main" id="{04E1C304-2E26-5990-199F-4448F9449F14}"/>
                  </a:ext>
                </a:extLst>
              </p:cNvPr>
              <p:cNvCxnSpPr>
                <a:cxnSpLocks/>
                <a:stCxn id="1088" idx="0"/>
                <a:endCxn id="1099" idx="3"/>
              </p:cNvCxnSpPr>
              <p:nvPr/>
            </p:nvCxnSpPr>
            <p:spPr>
              <a:xfrm rot="16200000" flipV="1">
                <a:off x="741647" y="5435147"/>
                <a:ext cx="182338" cy="31462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C9F578E1-4FBA-A17F-8668-09DCCFDD6034}"/>
                  </a:ext>
                </a:extLst>
              </p:cNvPr>
              <p:cNvCxnSpPr>
                <a:stCxn id="1085" idx="0"/>
                <a:endCxn id="1099" idx="2"/>
              </p:cNvCxnSpPr>
              <p:nvPr/>
            </p:nvCxnSpPr>
            <p:spPr>
              <a:xfrm flipV="1">
                <a:off x="426389" y="5586018"/>
                <a:ext cx="0" cy="60157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06" name="Rectangle 1105">
                <a:extLst>
                  <a:ext uri="{FF2B5EF4-FFF2-40B4-BE49-F238E27FC236}">
                    <a16:creationId xmlns:a16="http://schemas.microsoft.com/office/drawing/2014/main" id="{450F244C-DE11-2FD3-4835-1548BADE5981}"/>
                  </a:ext>
                </a:extLst>
              </p:cNvPr>
              <p:cNvSpPr/>
              <p:nvPr/>
            </p:nvSpPr>
            <p:spPr>
              <a:xfrm>
                <a:off x="1290049" y="5115777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c7</a:t>
                </a:r>
              </a:p>
            </p:txBody>
          </p:sp>
          <p:cxnSp>
            <p:nvCxnSpPr>
              <p:cNvPr id="1107" name="Connector: Elbow 1106">
                <a:extLst>
                  <a:ext uri="{FF2B5EF4-FFF2-40B4-BE49-F238E27FC236}">
                    <a16:creationId xmlns:a16="http://schemas.microsoft.com/office/drawing/2014/main" id="{89B47571-A613-512F-A0EA-A3B8E0EDA843}"/>
                  </a:ext>
                </a:extLst>
              </p:cNvPr>
              <p:cNvCxnSpPr>
                <a:cxnSpLocks/>
                <a:stCxn id="1088" idx="3"/>
                <a:endCxn id="1106" idx="2"/>
              </p:cNvCxnSpPr>
              <p:nvPr/>
            </p:nvCxnSpPr>
            <p:spPr>
              <a:xfrm flipV="1">
                <a:off x="1239244" y="5285231"/>
                <a:ext cx="299919" cy="48312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42" name="Rectangle 1141">
                <a:extLst>
                  <a:ext uri="{FF2B5EF4-FFF2-40B4-BE49-F238E27FC236}">
                    <a16:creationId xmlns:a16="http://schemas.microsoft.com/office/drawing/2014/main" id="{EB8F52FD-385F-2CFB-BCAD-249D6461C1EF}"/>
                  </a:ext>
                </a:extLst>
              </p:cNvPr>
              <p:cNvSpPr/>
              <p:nvPr/>
            </p:nvSpPr>
            <p:spPr>
              <a:xfrm>
                <a:off x="741016" y="4843818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c10</a:t>
                </a:r>
              </a:p>
            </p:txBody>
          </p:sp>
          <p:cxnSp>
            <p:nvCxnSpPr>
              <p:cNvPr id="1144" name="Connector: Elbow 1143">
                <a:extLst>
                  <a:ext uri="{FF2B5EF4-FFF2-40B4-BE49-F238E27FC236}">
                    <a16:creationId xmlns:a16="http://schemas.microsoft.com/office/drawing/2014/main" id="{65D6BA81-167F-5288-38BE-AAF34F2B9AFD}"/>
                  </a:ext>
                </a:extLst>
              </p:cNvPr>
              <p:cNvCxnSpPr>
                <a:stCxn id="1106" idx="0"/>
                <a:endCxn id="1142" idx="3"/>
              </p:cNvCxnSpPr>
              <p:nvPr/>
            </p:nvCxnSpPr>
            <p:spPr>
              <a:xfrm rot="16200000" flipV="1">
                <a:off x="1295588" y="4872202"/>
                <a:ext cx="187232" cy="299919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6" name="Straight Connector 1145">
                <a:extLst>
                  <a:ext uri="{FF2B5EF4-FFF2-40B4-BE49-F238E27FC236}">
                    <a16:creationId xmlns:a16="http://schemas.microsoft.com/office/drawing/2014/main" id="{863FDA3F-B7DA-5E19-63FC-F6570091B445}"/>
                  </a:ext>
                </a:extLst>
              </p:cNvPr>
              <p:cNvCxnSpPr>
                <a:stCxn id="1088" idx="0"/>
                <a:endCxn id="1142" idx="2"/>
              </p:cNvCxnSpPr>
              <p:nvPr/>
            </p:nvCxnSpPr>
            <p:spPr>
              <a:xfrm flipV="1">
                <a:off x="990130" y="5013272"/>
                <a:ext cx="0" cy="670359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59" name="Oval 1258">
              <a:extLst>
                <a:ext uri="{FF2B5EF4-FFF2-40B4-BE49-F238E27FC236}">
                  <a16:creationId xmlns:a16="http://schemas.microsoft.com/office/drawing/2014/main" id="{292A801E-1818-55DC-6AAC-473D51684C86}"/>
                </a:ext>
              </a:extLst>
            </p:cNvPr>
            <p:cNvSpPr/>
            <p:nvPr/>
          </p:nvSpPr>
          <p:spPr>
            <a:xfrm>
              <a:off x="1952109" y="5076979"/>
              <a:ext cx="256737" cy="218143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263" name="Connector: Elbow 1262">
              <a:extLst>
                <a:ext uri="{FF2B5EF4-FFF2-40B4-BE49-F238E27FC236}">
                  <a16:creationId xmlns:a16="http://schemas.microsoft.com/office/drawing/2014/main" id="{A8A5A110-FA3B-0B9C-E7D6-B0F743B51F11}"/>
                </a:ext>
              </a:extLst>
            </p:cNvPr>
            <p:cNvCxnSpPr>
              <a:stCxn id="1259" idx="2"/>
              <a:endCxn id="1099" idx="3"/>
            </p:cNvCxnSpPr>
            <p:nvPr/>
          </p:nvCxnSpPr>
          <p:spPr>
            <a:xfrm rot="10800000" flipV="1">
              <a:off x="812663" y="5186050"/>
              <a:ext cx="1139446" cy="95785"/>
            </a:xfrm>
            <a:prstGeom prst="bentConnector3">
              <a:avLst>
                <a:gd name="adj1" fmla="val 8370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1" name="Oval 1270">
              <a:extLst>
                <a:ext uri="{FF2B5EF4-FFF2-40B4-BE49-F238E27FC236}">
                  <a16:creationId xmlns:a16="http://schemas.microsoft.com/office/drawing/2014/main" id="{5F12B9B4-A8ED-4512-B489-8C75E7F31A02}"/>
                </a:ext>
              </a:extLst>
            </p:cNvPr>
            <p:cNvSpPr/>
            <p:nvPr/>
          </p:nvSpPr>
          <p:spPr>
            <a:xfrm>
              <a:off x="1814949" y="4511696"/>
              <a:ext cx="256737" cy="218143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cxnSp>
          <p:nvCxnSpPr>
            <p:cNvPr id="1276" name="Connector: Elbow 1275">
              <a:extLst>
                <a:ext uri="{FF2B5EF4-FFF2-40B4-BE49-F238E27FC236}">
                  <a16:creationId xmlns:a16="http://schemas.microsoft.com/office/drawing/2014/main" id="{9CA64751-5B71-B72B-CE9B-2CE425140E47}"/>
                </a:ext>
              </a:extLst>
            </p:cNvPr>
            <p:cNvCxnSpPr>
              <a:stCxn id="1271" idx="2"/>
              <a:endCxn id="1142" idx="3"/>
            </p:cNvCxnSpPr>
            <p:nvPr/>
          </p:nvCxnSpPr>
          <p:spPr>
            <a:xfrm rot="10800000" flipV="1">
              <a:off x="1376405" y="4620767"/>
              <a:ext cx="438545" cy="8832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83" name="Oval 1282">
              <a:extLst>
                <a:ext uri="{FF2B5EF4-FFF2-40B4-BE49-F238E27FC236}">
                  <a16:creationId xmlns:a16="http://schemas.microsoft.com/office/drawing/2014/main" id="{E5055C78-AED3-5CDB-8740-4E7FE3CEBEB4}"/>
                </a:ext>
              </a:extLst>
            </p:cNvPr>
            <p:cNvSpPr/>
            <p:nvPr/>
          </p:nvSpPr>
          <p:spPr>
            <a:xfrm>
              <a:off x="2195949" y="4773824"/>
              <a:ext cx="256737" cy="218143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f</a:t>
              </a:r>
            </a:p>
          </p:txBody>
        </p:sp>
        <p:cxnSp>
          <p:nvCxnSpPr>
            <p:cNvPr id="1285" name="Connector: Elbow 1284">
              <a:extLst>
                <a:ext uri="{FF2B5EF4-FFF2-40B4-BE49-F238E27FC236}">
                  <a16:creationId xmlns:a16="http://schemas.microsoft.com/office/drawing/2014/main" id="{C73C92A5-34C2-9A4B-C7FD-F1F07CED7278}"/>
                </a:ext>
              </a:extLst>
            </p:cNvPr>
            <p:cNvCxnSpPr>
              <a:stCxn id="1283" idx="2"/>
              <a:endCxn id="1106" idx="3"/>
            </p:cNvCxnSpPr>
            <p:nvPr/>
          </p:nvCxnSpPr>
          <p:spPr>
            <a:xfrm rot="10800000" flipV="1">
              <a:off x="1925437" y="4882896"/>
              <a:ext cx="270512" cy="98152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5" name="Group 1294">
            <a:extLst>
              <a:ext uri="{FF2B5EF4-FFF2-40B4-BE49-F238E27FC236}">
                <a16:creationId xmlns:a16="http://schemas.microsoft.com/office/drawing/2014/main" id="{F244D4F9-FD4F-81AC-3BDE-7F2B0B447E02}"/>
              </a:ext>
            </a:extLst>
          </p:cNvPr>
          <p:cNvGrpSpPr/>
          <p:nvPr/>
        </p:nvGrpSpPr>
        <p:grpSpPr>
          <a:xfrm>
            <a:off x="1334790" y="143256"/>
            <a:ext cx="2111955" cy="3531782"/>
            <a:chOff x="1334790" y="143256"/>
            <a:chExt cx="2111955" cy="3531782"/>
          </a:xfrm>
        </p:grpSpPr>
        <p:grpSp>
          <p:nvGrpSpPr>
            <p:cNvPr id="1249" name="Group 1248">
              <a:extLst>
                <a:ext uri="{FF2B5EF4-FFF2-40B4-BE49-F238E27FC236}">
                  <a16:creationId xmlns:a16="http://schemas.microsoft.com/office/drawing/2014/main" id="{0D7FDA21-B4D7-6C19-6731-3558899484CA}"/>
                </a:ext>
              </a:extLst>
            </p:cNvPr>
            <p:cNvGrpSpPr/>
            <p:nvPr/>
          </p:nvGrpSpPr>
          <p:grpSpPr>
            <a:xfrm>
              <a:off x="1334790" y="284460"/>
              <a:ext cx="1611002" cy="3390578"/>
              <a:chOff x="2823507" y="2125373"/>
              <a:chExt cx="1892716" cy="4489905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08D853C-898B-C560-FFE8-743767727F79}"/>
                  </a:ext>
                </a:extLst>
              </p:cNvPr>
              <p:cNvSpPr/>
              <p:nvPr/>
            </p:nvSpPr>
            <p:spPr>
              <a:xfrm>
                <a:off x="2823507" y="6390883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35D51322-708A-9620-89EE-C10245A6761F}"/>
                  </a:ext>
                </a:extLst>
              </p:cNvPr>
              <p:cNvSpPr/>
              <p:nvPr/>
            </p:nvSpPr>
            <p:spPr>
              <a:xfrm>
                <a:off x="2823507" y="5995220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c2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B8C0C6B5-1DF6-0693-0EFD-10C3E3215E24}"/>
                  </a:ext>
                </a:extLst>
              </p:cNvPr>
              <p:cNvSpPr/>
              <p:nvPr/>
            </p:nvSpPr>
            <p:spPr>
              <a:xfrm>
                <a:off x="3485829" y="5714181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c3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9624B4F-A2C4-8319-E56E-EE9B62704AA8}"/>
                  </a:ext>
                </a:extLst>
              </p:cNvPr>
              <p:cNvSpPr/>
              <p:nvPr/>
            </p:nvSpPr>
            <p:spPr>
              <a:xfrm>
                <a:off x="3485829" y="5327857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c4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2A9C74CA-8457-1247-48BC-E263CB4EB496}"/>
                  </a:ext>
                </a:extLst>
              </p:cNvPr>
              <p:cNvSpPr/>
              <p:nvPr/>
            </p:nvSpPr>
            <p:spPr>
              <a:xfrm>
                <a:off x="2823507" y="4974201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c5</a:t>
                </a: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C7B71B22-A51E-583E-D230-CD2CD6B31319}"/>
                  </a:ext>
                </a:extLst>
              </p:cNvPr>
              <p:cNvCxnSpPr>
                <a:stCxn id="39" idx="0"/>
                <a:endCxn id="40" idx="2"/>
              </p:cNvCxnSpPr>
              <p:nvPr/>
            </p:nvCxnSpPr>
            <p:spPr>
              <a:xfrm flipV="1">
                <a:off x="3116183" y="6219615"/>
                <a:ext cx="0" cy="17126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030042B6-55CD-54F9-B561-3A490FEA3301}"/>
                  </a:ext>
                </a:extLst>
              </p:cNvPr>
              <p:cNvCxnSpPr>
                <a:stCxn id="40" idx="3"/>
                <a:endCxn id="41" idx="2"/>
              </p:cNvCxnSpPr>
              <p:nvPr/>
            </p:nvCxnSpPr>
            <p:spPr>
              <a:xfrm flipV="1">
                <a:off x="3408859" y="5938576"/>
                <a:ext cx="369646" cy="16884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70974E49-C8D0-6A3E-CE8B-956FAC3CAE96}"/>
                  </a:ext>
                </a:extLst>
              </p:cNvPr>
              <p:cNvCxnSpPr>
                <a:stCxn id="41" idx="0"/>
                <a:endCxn id="42" idx="2"/>
              </p:cNvCxnSpPr>
              <p:nvPr/>
            </p:nvCxnSpPr>
            <p:spPr>
              <a:xfrm flipV="1">
                <a:off x="3778505" y="5552252"/>
                <a:ext cx="0" cy="1619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Connector: Elbow 47">
                <a:extLst>
                  <a:ext uri="{FF2B5EF4-FFF2-40B4-BE49-F238E27FC236}">
                    <a16:creationId xmlns:a16="http://schemas.microsoft.com/office/drawing/2014/main" id="{266EDB36-53C3-78BB-F5C4-5AE802EC0AA7}"/>
                  </a:ext>
                </a:extLst>
              </p:cNvPr>
              <p:cNvCxnSpPr>
                <a:cxnSpLocks/>
                <a:stCxn id="42" idx="0"/>
                <a:endCxn id="43" idx="3"/>
              </p:cNvCxnSpPr>
              <p:nvPr/>
            </p:nvCxnSpPr>
            <p:spPr>
              <a:xfrm rot="16200000" flipV="1">
                <a:off x="3472953" y="5022305"/>
                <a:ext cx="241458" cy="36964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5D9702C7-D280-64E9-7F69-3C83FA6AE6C8}"/>
                  </a:ext>
                </a:extLst>
              </p:cNvPr>
              <p:cNvCxnSpPr>
                <a:stCxn id="40" idx="0"/>
                <a:endCxn id="43" idx="2"/>
              </p:cNvCxnSpPr>
              <p:nvPr/>
            </p:nvCxnSpPr>
            <p:spPr>
              <a:xfrm flipV="1">
                <a:off x="3116183" y="5198596"/>
                <a:ext cx="0" cy="79662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7" name="Rectangle 1076">
                <a:extLst>
                  <a:ext uri="{FF2B5EF4-FFF2-40B4-BE49-F238E27FC236}">
                    <a16:creationId xmlns:a16="http://schemas.microsoft.com/office/drawing/2014/main" id="{0DB81ED1-94C0-3389-151B-0F1CB0BAA33F}"/>
                  </a:ext>
                </a:extLst>
              </p:cNvPr>
              <p:cNvSpPr/>
              <p:nvPr/>
            </p:nvSpPr>
            <p:spPr>
              <a:xfrm>
                <a:off x="4130871" y="4575889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c6</a:t>
                </a:r>
              </a:p>
            </p:txBody>
          </p:sp>
          <p:cxnSp>
            <p:nvCxnSpPr>
              <p:cNvPr id="1081" name="Connector: Elbow 1080">
                <a:extLst>
                  <a:ext uri="{FF2B5EF4-FFF2-40B4-BE49-F238E27FC236}">
                    <a16:creationId xmlns:a16="http://schemas.microsoft.com/office/drawing/2014/main" id="{D4B8CA05-C0F0-19E6-75C5-7BBE0520F124}"/>
                  </a:ext>
                </a:extLst>
              </p:cNvPr>
              <p:cNvCxnSpPr>
                <a:stCxn id="42" idx="3"/>
                <a:endCxn id="1077" idx="2"/>
              </p:cNvCxnSpPr>
              <p:nvPr/>
            </p:nvCxnSpPr>
            <p:spPr>
              <a:xfrm flipV="1">
                <a:off x="4071181" y="4800284"/>
                <a:ext cx="352366" cy="639771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9" name="Rectangle 1138">
                <a:extLst>
                  <a:ext uri="{FF2B5EF4-FFF2-40B4-BE49-F238E27FC236}">
                    <a16:creationId xmlns:a16="http://schemas.microsoft.com/office/drawing/2014/main" id="{F26BD578-211D-C52B-984E-7103359B2873}"/>
                  </a:ext>
                </a:extLst>
              </p:cNvPr>
              <p:cNvSpPr/>
              <p:nvPr/>
            </p:nvSpPr>
            <p:spPr>
              <a:xfrm>
                <a:off x="4130871" y="4174232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c8</a:t>
                </a:r>
              </a:p>
            </p:txBody>
          </p:sp>
          <p:cxnSp>
            <p:nvCxnSpPr>
              <p:cNvPr id="1141" name="Straight Arrow Connector 1140">
                <a:extLst>
                  <a:ext uri="{FF2B5EF4-FFF2-40B4-BE49-F238E27FC236}">
                    <a16:creationId xmlns:a16="http://schemas.microsoft.com/office/drawing/2014/main" id="{727078BE-72CD-63EB-817A-5B9993022F5F}"/>
                  </a:ext>
                </a:extLst>
              </p:cNvPr>
              <p:cNvCxnSpPr>
                <a:stCxn id="1077" idx="0"/>
                <a:endCxn id="1139" idx="2"/>
              </p:cNvCxnSpPr>
              <p:nvPr/>
            </p:nvCxnSpPr>
            <p:spPr>
              <a:xfrm flipV="1">
                <a:off x="4423547" y="4398627"/>
                <a:ext cx="0" cy="17726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47" name="Rectangle 1146">
                <a:extLst>
                  <a:ext uri="{FF2B5EF4-FFF2-40B4-BE49-F238E27FC236}">
                    <a16:creationId xmlns:a16="http://schemas.microsoft.com/office/drawing/2014/main" id="{D76D58D8-9F6A-28F8-C929-589ED64208E5}"/>
                  </a:ext>
                </a:extLst>
              </p:cNvPr>
              <p:cNvSpPr/>
              <p:nvPr/>
            </p:nvSpPr>
            <p:spPr>
              <a:xfrm>
                <a:off x="3485829" y="3852625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c10</a:t>
                </a:r>
              </a:p>
            </p:txBody>
          </p:sp>
          <p:cxnSp>
            <p:nvCxnSpPr>
              <p:cNvPr id="1149" name="Straight Arrow Connector 1148">
                <a:extLst>
                  <a:ext uri="{FF2B5EF4-FFF2-40B4-BE49-F238E27FC236}">
                    <a16:creationId xmlns:a16="http://schemas.microsoft.com/office/drawing/2014/main" id="{6BFF3F1B-0176-1F3B-F6D4-09DC182E0EBB}"/>
                  </a:ext>
                </a:extLst>
              </p:cNvPr>
              <p:cNvCxnSpPr>
                <a:stCxn id="42" idx="0"/>
                <a:endCxn id="1147" idx="2"/>
              </p:cNvCxnSpPr>
              <p:nvPr/>
            </p:nvCxnSpPr>
            <p:spPr>
              <a:xfrm flipV="1">
                <a:off x="3778505" y="4077020"/>
                <a:ext cx="0" cy="125083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1" name="Rectangle 1160">
                <a:extLst>
                  <a:ext uri="{FF2B5EF4-FFF2-40B4-BE49-F238E27FC236}">
                    <a16:creationId xmlns:a16="http://schemas.microsoft.com/office/drawing/2014/main" id="{F8DF04B8-33F6-A49C-E2CC-0713747C5E0D}"/>
                  </a:ext>
                </a:extLst>
              </p:cNvPr>
              <p:cNvSpPr/>
              <p:nvPr/>
            </p:nvSpPr>
            <p:spPr>
              <a:xfrm>
                <a:off x="3485829" y="3447288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c11</a:t>
                </a:r>
              </a:p>
            </p:txBody>
          </p:sp>
          <p:cxnSp>
            <p:nvCxnSpPr>
              <p:cNvPr id="1163" name="Straight Arrow Connector 1162">
                <a:extLst>
                  <a:ext uri="{FF2B5EF4-FFF2-40B4-BE49-F238E27FC236}">
                    <a16:creationId xmlns:a16="http://schemas.microsoft.com/office/drawing/2014/main" id="{E6CCA228-427D-ED8A-8879-4082515958F9}"/>
                  </a:ext>
                </a:extLst>
              </p:cNvPr>
              <p:cNvCxnSpPr>
                <a:stCxn id="1147" idx="0"/>
                <a:endCxn id="1161" idx="2"/>
              </p:cNvCxnSpPr>
              <p:nvPr/>
            </p:nvCxnSpPr>
            <p:spPr>
              <a:xfrm flipV="1">
                <a:off x="3778505" y="3671683"/>
                <a:ext cx="0" cy="18094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70" name="Rectangle 1169">
                <a:extLst>
                  <a:ext uri="{FF2B5EF4-FFF2-40B4-BE49-F238E27FC236}">
                    <a16:creationId xmlns:a16="http://schemas.microsoft.com/office/drawing/2014/main" id="{0D6B7B4B-EA4C-66DF-D8A6-439CCA881AFA}"/>
                  </a:ext>
                </a:extLst>
              </p:cNvPr>
              <p:cNvSpPr/>
              <p:nvPr/>
            </p:nvSpPr>
            <p:spPr>
              <a:xfrm>
                <a:off x="4130871" y="3153964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c12</a:t>
                </a:r>
              </a:p>
            </p:txBody>
          </p:sp>
          <p:cxnSp>
            <p:nvCxnSpPr>
              <p:cNvPr id="1172" name="Straight Arrow Connector 1171">
                <a:extLst>
                  <a:ext uri="{FF2B5EF4-FFF2-40B4-BE49-F238E27FC236}">
                    <a16:creationId xmlns:a16="http://schemas.microsoft.com/office/drawing/2014/main" id="{772B4380-BF10-422C-D6A9-ACEAD6681562}"/>
                  </a:ext>
                </a:extLst>
              </p:cNvPr>
              <p:cNvCxnSpPr>
                <a:stCxn id="1139" idx="0"/>
                <a:endCxn id="1170" idx="2"/>
              </p:cNvCxnSpPr>
              <p:nvPr/>
            </p:nvCxnSpPr>
            <p:spPr>
              <a:xfrm flipV="1">
                <a:off x="4423547" y="3378359"/>
                <a:ext cx="0" cy="79587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77" name="Rectangle 1176">
                <a:extLst>
                  <a:ext uri="{FF2B5EF4-FFF2-40B4-BE49-F238E27FC236}">
                    <a16:creationId xmlns:a16="http://schemas.microsoft.com/office/drawing/2014/main" id="{7CB9F62C-F377-1A25-D0D9-5EB4AA41590D}"/>
                  </a:ext>
                </a:extLst>
              </p:cNvPr>
              <p:cNvSpPr/>
              <p:nvPr/>
            </p:nvSpPr>
            <p:spPr>
              <a:xfrm>
                <a:off x="3485829" y="2854782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c14</a:t>
                </a:r>
              </a:p>
            </p:txBody>
          </p:sp>
          <p:cxnSp>
            <p:nvCxnSpPr>
              <p:cNvPr id="1179" name="Connector: Elbow 1178">
                <a:extLst>
                  <a:ext uri="{FF2B5EF4-FFF2-40B4-BE49-F238E27FC236}">
                    <a16:creationId xmlns:a16="http://schemas.microsoft.com/office/drawing/2014/main" id="{7CCD02BE-A7CA-7925-0838-7FE97E53D283}"/>
                  </a:ext>
                </a:extLst>
              </p:cNvPr>
              <p:cNvCxnSpPr>
                <a:stCxn id="1170" idx="0"/>
                <a:endCxn id="1177" idx="3"/>
              </p:cNvCxnSpPr>
              <p:nvPr/>
            </p:nvCxnSpPr>
            <p:spPr>
              <a:xfrm rot="16200000" flipV="1">
                <a:off x="4153872" y="2884289"/>
                <a:ext cx="186984" cy="35236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9" name="Straight Arrow Connector 1198">
                <a:extLst>
                  <a:ext uri="{FF2B5EF4-FFF2-40B4-BE49-F238E27FC236}">
                    <a16:creationId xmlns:a16="http://schemas.microsoft.com/office/drawing/2014/main" id="{2E6CE3A1-FE13-7A88-A471-F83CDB6E9646}"/>
                  </a:ext>
                </a:extLst>
              </p:cNvPr>
              <p:cNvCxnSpPr>
                <a:stCxn id="1161" idx="0"/>
                <a:endCxn id="1177" idx="2"/>
              </p:cNvCxnSpPr>
              <p:nvPr/>
            </p:nvCxnSpPr>
            <p:spPr>
              <a:xfrm flipV="1">
                <a:off x="3778505" y="3079177"/>
                <a:ext cx="0" cy="3681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16" name="Rectangle 1215">
                <a:extLst>
                  <a:ext uri="{FF2B5EF4-FFF2-40B4-BE49-F238E27FC236}">
                    <a16:creationId xmlns:a16="http://schemas.microsoft.com/office/drawing/2014/main" id="{710DB1A6-E749-0730-5A03-227FC72ABDBA}"/>
                  </a:ext>
                </a:extLst>
              </p:cNvPr>
              <p:cNvSpPr/>
              <p:nvPr/>
            </p:nvSpPr>
            <p:spPr>
              <a:xfrm>
                <a:off x="3476403" y="2449262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c16</a:t>
                </a:r>
              </a:p>
            </p:txBody>
          </p:sp>
          <p:sp>
            <p:nvSpPr>
              <p:cNvPr id="1217" name="Rectangle 1216">
                <a:extLst>
                  <a:ext uri="{FF2B5EF4-FFF2-40B4-BE49-F238E27FC236}">
                    <a16:creationId xmlns:a16="http://schemas.microsoft.com/office/drawing/2014/main" id="{DD9E5EE3-DD31-F443-8428-77FBC3CFB4C2}"/>
                  </a:ext>
                </a:extLst>
              </p:cNvPr>
              <p:cNvSpPr/>
              <p:nvPr/>
            </p:nvSpPr>
            <p:spPr>
              <a:xfrm>
                <a:off x="2823507" y="2125373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c17</a:t>
                </a:r>
              </a:p>
            </p:txBody>
          </p:sp>
          <p:cxnSp>
            <p:nvCxnSpPr>
              <p:cNvPr id="1223" name="Straight Arrow Connector 1222">
                <a:extLst>
                  <a:ext uri="{FF2B5EF4-FFF2-40B4-BE49-F238E27FC236}">
                    <a16:creationId xmlns:a16="http://schemas.microsoft.com/office/drawing/2014/main" id="{C628DB58-68C1-2474-3757-2FCBCD1E1C09}"/>
                  </a:ext>
                </a:extLst>
              </p:cNvPr>
              <p:cNvCxnSpPr>
                <a:stCxn id="1177" idx="0"/>
                <a:endCxn id="1216" idx="2"/>
              </p:cNvCxnSpPr>
              <p:nvPr/>
            </p:nvCxnSpPr>
            <p:spPr>
              <a:xfrm flipH="1" flipV="1">
                <a:off x="3769079" y="2673657"/>
                <a:ext cx="9426" cy="18112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1" name="Connector: Elbow 1230">
                <a:extLst>
                  <a:ext uri="{FF2B5EF4-FFF2-40B4-BE49-F238E27FC236}">
                    <a16:creationId xmlns:a16="http://schemas.microsoft.com/office/drawing/2014/main" id="{EDE0A537-C344-FCE8-0A9A-FBAFCDEB1D4E}"/>
                  </a:ext>
                </a:extLst>
              </p:cNvPr>
              <p:cNvCxnSpPr>
                <a:stCxn id="1216" idx="0"/>
                <a:endCxn id="1217" idx="3"/>
              </p:cNvCxnSpPr>
              <p:nvPr/>
            </p:nvCxnSpPr>
            <p:spPr>
              <a:xfrm rot="16200000" flipV="1">
                <a:off x="3483124" y="2163307"/>
                <a:ext cx="211691" cy="36022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7" name="Straight Connector 1236">
                <a:extLst>
                  <a:ext uri="{FF2B5EF4-FFF2-40B4-BE49-F238E27FC236}">
                    <a16:creationId xmlns:a16="http://schemas.microsoft.com/office/drawing/2014/main" id="{BEA22BA5-2914-E4D3-130B-8D0FF5AA6DC6}"/>
                  </a:ext>
                </a:extLst>
              </p:cNvPr>
              <p:cNvCxnSpPr>
                <a:stCxn id="43" idx="0"/>
                <a:endCxn id="1217" idx="2"/>
              </p:cNvCxnSpPr>
              <p:nvPr/>
            </p:nvCxnSpPr>
            <p:spPr>
              <a:xfrm flipV="1">
                <a:off x="3116183" y="2349768"/>
                <a:ext cx="0" cy="262443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58" name="Oval 1257">
              <a:extLst>
                <a:ext uri="{FF2B5EF4-FFF2-40B4-BE49-F238E27FC236}">
                  <a16:creationId xmlns:a16="http://schemas.microsoft.com/office/drawing/2014/main" id="{80BC0624-160B-5BCE-D06E-400CBDF882FF}"/>
                </a:ext>
              </a:extLst>
            </p:cNvPr>
            <p:cNvSpPr/>
            <p:nvPr/>
          </p:nvSpPr>
          <p:spPr>
            <a:xfrm>
              <a:off x="2109216" y="143256"/>
              <a:ext cx="256737" cy="218143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266" name="Connector: Elbow 1265">
              <a:extLst>
                <a:ext uri="{FF2B5EF4-FFF2-40B4-BE49-F238E27FC236}">
                  <a16:creationId xmlns:a16="http://schemas.microsoft.com/office/drawing/2014/main" id="{39534A8D-C87A-945A-90F3-AECBE258BA6C}"/>
                </a:ext>
              </a:extLst>
            </p:cNvPr>
            <p:cNvCxnSpPr>
              <a:stCxn id="1258" idx="2"/>
              <a:endCxn id="1217" idx="3"/>
            </p:cNvCxnSpPr>
            <p:nvPr/>
          </p:nvCxnSpPr>
          <p:spPr>
            <a:xfrm rot="10800000" flipV="1">
              <a:off x="1833018" y="252327"/>
              <a:ext cx="276198" cy="116859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2" name="Oval 1271">
              <a:extLst>
                <a:ext uri="{FF2B5EF4-FFF2-40B4-BE49-F238E27FC236}">
                  <a16:creationId xmlns:a16="http://schemas.microsoft.com/office/drawing/2014/main" id="{29E0092B-529F-96CE-A92C-FC00B8A4B2EB}"/>
                </a:ext>
              </a:extLst>
            </p:cNvPr>
            <p:cNvSpPr/>
            <p:nvPr/>
          </p:nvSpPr>
          <p:spPr>
            <a:xfrm>
              <a:off x="2647998" y="370542"/>
              <a:ext cx="256737" cy="218143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cxnSp>
          <p:nvCxnSpPr>
            <p:cNvPr id="1280" name="Connector: Elbow 1279">
              <a:extLst>
                <a:ext uri="{FF2B5EF4-FFF2-40B4-BE49-F238E27FC236}">
                  <a16:creationId xmlns:a16="http://schemas.microsoft.com/office/drawing/2014/main" id="{D9F8222A-1756-C641-1124-B52E27426C55}"/>
                </a:ext>
              </a:extLst>
            </p:cNvPr>
            <p:cNvCxnSpPr>
              <a:stCxn id="1272" idx="2"/>
              <a:endCxn id="1216" idx="3"/>
            </p:cNvCxnSpPr>
            <p:nvPr/>
          </p:nvCxnSpPr>
          <p:spPr>
            <a:xfrm rot="10800000" flipV="1">
              <a:off x="2388736" y="479614"/>
              <a:ext cx="259262" cy="13416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86" name="Oval 1285">
              <a:extLst>
                <a:ext uri="{FF2B5EF4-FFF2-40B4-BE49-F238E27FC236}">
                  <a16:creationId xmlns:a16="http://schemas.microsoft.com/office/drawing/2014/main" id="{63292587-8224-1AB6-673F-49488F3AEFA1}"/>
                </a:ext>
              </a:extLst>
            </p:cNvPr>
            <p:cNvSpPr/>
            <p:nvPr/>
          </p:nvSpPr>
          <p:spPr>
            <a:xfrm>
              <a:off x="3190008" y="915056"/>
              <a:ext cx="256737" cy="218143"/>
            </a:xfrm>
            <a:prstGeom prst="ellipse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f</a:t>
              </a:r>
            </a:p>
          </p:txBody>
        </p:sp>
        <p:cxnSp>
          <p:nvCxnSpPr>
            <p:cNvPr id="1288" name="Connector: Elbow 1287">
              <a:extLst>
                <a:ext uri="{FF2B5EF4-FFF2-40B4-BE49-F238E27FC236}">
                  <a16:creationId xmlns:a16="http://schemas.microsoft.com/office/drawing/2014/main" id="{CCDC414E-B4F0-3D91-21CB-63911B315136}"/>
                </a:ext>
              </a:extLst>
            </p:cNvPr>
            <p:cNvCxnSpPr>
              <a:stCxn id="1286" idx="2"/>
              <a:endCxn id="1170" idx="3"/>
            </p:cNvCxnSpPr>
            <p:nvPr/>
          </p:nvCxnSpPr>
          <p:spPr>
            <a:xfrm rot="10800000" flipV="1">
              <a:off x="2945792" y="1024128"/>
              <a:ext cx="244216" cy="121806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4" name="Group 1293">
            <a:extLst>
              <a:ext uri="{FF2B5EF4-FFF2-40B4-BE49-F238E27FC236}">
                <a16:creationId xmlns:a16="http://schemas.microsoft.com/office/drawing/2014/main" id="{0E543DE1-5BDB-A1BE-3A10-AE361EFB9B8F}"/>
              </a:ext>
            </a:extLst>
          </p:cNvPr>
          <p:cNvGrpSpPr/>
          <p:nvPr/>
        </p:nvGrpSpPr>
        <p:grpSpPr>
          <a:xfrm>
            <a:off x="6971825" y="179175"/>
            <a:ext cx="2145994" cy="3419713"/>
            <a:chOff x="6971825" y="179175"/>
            <a:chExt cx="2145994" cy="3419713"/>
          </a:xfrm>
        </p:grpSpPr>
        <p:grpSp>
          <p:nvGrpSpPr>
            <p:cNvPr id="1293" name="Group 1292">
              <a:extLst>
                <a:ext uri="{FF2B5EF4-FFF2-40B4-BE49-F238E27FC236}">
                  <a16:creationId xmlns:a16="http://schemas.microsoft.com/office/drawing/2014/main" id="{450DEB05-CDB7-B020-D2E8-D8273B253D6B}"/>
                </a:ext>
              </a:extLst>
            </p:cNvPr>
            <p:cNvGrpSpPr/>
            <p:nvPr/>
          </p:nvGrpSpPr>
          <p:grpSpPr>
            <a:xfrm>
              <a:off x="6971825" y="378330"/>
              <a:ext cx="1611002" cy="3220558"/>
              <a:chOff x="6971825" y="378330"/>
              <a:chExt cx="1611002" cy="3220558"/>
            </a:xfrm>
          </p:grpSpPr>
          <p:sp>
            <p:nvSpPr>
              <p:cNvPr id="1122" name="Rectangle 1121">
                <a:extLst>
                  <a:ext uri="{FF2B5EF4-FFF2-40B4-BE49-F238E27FC236}">
                    <a16:creationId xmlns:a16="http://schemas.microsoft.com/office/drawing/2014/main" id="{14214A56-6BF8-E664-D0D6-43111BBCF9CE}"/>
                  </a:ext>
                </a:extLst>
              </p:cNvPr>
              <p:cNvSpPr/>
              <p:nvPr/>
            </p:nvSpPr>
            <p:spPr>
              <a:xfrm>
                <a:off x="6971825" y="3429435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</a:t>
                </a:r>
              </a:p>
            </p:txBody>
          </p:sp>
          <p:sp>
            <p:nvSpPr>
              <p:cNvPr id="1123" name="Rectangle 1122">
                <a:extLst>
                  <a:ext uri="{FF2B5EF4-FFF2-40B4-BE49-F238E27FC236}">
                    <a16:creationId xmlns:a16="http://schemas.microsoft.com/office/drawing/2014/main" id="{6DA33B1B-0ECA-A8A8-BB7B-F648C1B393F0}"/>
                  </a:ext>
                </a:extLst>
              </p:cNvPr>
              <p:cNvSpPr/>
              <p:nvPr/>
            </p:nvSpPr>
            <p:spPr>
              <a:xfrm>
                <a:off x="6971825" y="3130648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c2</a:t>
                </a:r>
              </a:p>
            </p:txBody>
          </p:sp>
          <p:sp>
            <p:nvSpPr>
              <p:cNvPr id="1124" name="Rectangle 1123">
                <a:extLst>
                  <a:ext uri="{FF2B5EF4-FFF2-40B4-BE49-F238E27FC236}">
                    <a16:creationId xmlns:a16="http://schemas.microsoft.com/office/drawing/2014/main" id="{2067FB8D-ECF4-4BC6-CF26-B75EF9B4A6E0}"/>
                  </a:ext>
                </a:extLst>
              </p:cNvPr>
              <p:cNvSpPr/>
              <p:nvPr/>
            </p:nvSpPr>
            <p:spPr>
              <a:xfrm>
                <a:off x="7535566" y="2918419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c3</a:t>
                </a:r>
              </a:p>
            </p:txBody>
          </p:sp>
          <p:sp>
            <p:nvSpPr>
              <p:cNvPr id="1125" name="Rectangle 1124">
                <a:extLst>
                  <a:ext uri="{FF2B5EF4-FFF2-40B4-BE49-F238E27FC236}">
                    <a16:creationId xmlns:a16="http://schemas.microsoft.com/office/drawing/2014/main" id="{6DD2D0A6-9E61-D06E-1A2C-59FB0B159CFE}"/>
                  </a:ext>
                </a:extLst>
              </p:cNvPr>
              <p:cNvSpPr/>
              <p:nvPr/>
            </p:nvSpPr>
            <p:spPr>
              <a:xfrm>
                <a:off x="7535566" y="2626684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c4</a:t>
                </a:r>
              </a:p>
            </p:txBody>
          </p:sp>
          <p:sp>
            <p:nvSpPr>
              <p:cNvPr id="1126" name="Rectangle 1125">
                <a:extLst>
                  <a:ext uri="{FF2B5EF4-FFF2-40B4-BE49-F238E27FC236}">
                    <a16:creationId xmlns:a16="http://schemas.microsoft.com/office/drawing/2014/main" id="{198B2F36-F61B-E1AE-FC1D-A0DCC1DF1AD6}"/>
                  </a:ext>
                </a:extLst>
              </p:cNvPr>
              <p:cNvSpPr/>
              <p:nvPr/>
            </p:nvSpPr>
            <p:spPr>
              <a:xfrm>
                <a:off x="6971825" y="2359619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c5</a:t>
                </a:r>
              </a:p>
            </p:txBody>
          </p:sp>
          <p:cxnSp>
            <p:nvCxnSpPr>
              <p:cNvPr id="1127" name="Straight Arrow Connector 1126">
                <a:extLst>
                  <a:ext uri="{FF2B5EF4-FFF2-40B4-BE49-F238E27FC236}">
                    <a16:creationId xmlns:a16="http://schemas.microsoft.com/office/drawing/2014/main" id="{C19BE676-F9C6-8C6E-41DE-17D0BF7FD59B}"/>
                  </a:ext>
                </a:extLst>
              </p:cNvPr>
              <p:cNvCxnSpPr>
                <a:stCxn id="1122" idx="0"/>
                <a:endCxn id="1123" idx="2"/>
              </p:cNvCxnSpPr>
              <p:nvPr/>
            </p:nvCxnSpPr>
            <p:spPr>
              <a:xfrm flipV="1">
                <a:off x="7220939" y="3300101"/>
                <a:ext cx="0" cy="129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8" name="Connector: Elbow 1127">
                <a:extLst>
                  <a:ext uri="{FF2B5EF4-FFF2-40B4-BE49-F238E27FC236}">
                    <a16:creationId xmlns:a16="http://schemas.microsoft.com/office/drawing/2014/main" id="{8CE12143-8C14-599B-3A10-8B24F5883721}"/>
                  </a:ext>
                </a:extLst>
              </p:cNvPr>
              <p:cNvCxnSpPr>
                <a:stCxn id="1123" idx="3"/>
                <a:endCxn id="1124" idx="2"/>
              </p:cNvCxnSpPr>
              <p:nvPr/>
            </p:nvCxnSpPr>
            <p:spPr>
              <a:xfrm flipV="1">
                <a:off x="7470053" y="3087872"/>
                <a:ext cx="314627" cy="12750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9" name="Straight Arrow Connector 1128">
                <a:extLst>
                  <a:ext uri="{FF2B5EF4-FFF2-40B4-BE49-F238E27FC236}">
                    <a16:creationId xmlns:a16="http://schemas.microsoft.com/office/drawing/2014/main" id="{14C9482A-FFC1-8B5C-7F3A-668FFD933C0A}"/>
                  </a:ext>
                </a:extLst>
              </p:cNvPr>
              <p:cNvCxnSpPr>
                <a:stCxn id="1124" idx="0"/>
                <a:endCxn id="1125" idx="2"/>
              </p:cNvCxnSpPr>
              <p:nvPr/>
            </p:nvCxnSpPr>
            <p:spPr>
              <a:xfrm flipV="1">
                <a:off x="7784680" y="2796138"/>
                <a:ext cx="0" cy="12228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0" name="Connector: Elbow 1129">
                <a:extLst>
                  <a:ext uri="{FF2B5EF4-FFF2-40B4-BE49-F238E27FC236}">
                    <a16:creationId xmlns:a16="http://schemas.microsoft.com/office/drawing/2014/main" id="{6E9C5C23-C8AE-C7E8-0D29-9AEC51184E41}"/>
                  </a:ext>
                </a:extLst>
              </p:cNvPr>
              <p:cNvCxnSpPr>
                <a:cxnSpLocks/>
                <a:stCxn id="1125" idx="0"/>
                <a:endCxn id="1126" idx="3"/>
              </p:cNvCxnSpPr>
              <p:nvPr/>
            </p:nvCxnSpPr>
            <p:spPr>
              <a:xfrm rot="16200000" flipV="1">
                <a:off x="7536197" y="2378201"/>
                <a:ext cx="182338" cy="31462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1" name="Straight Connector 1130">
                <a:extLst>
                  <a:ext uri="{FF2B5EF4-FFF2-40B4-BE49-F238E27FC236}">
                    <a16:creationId xmlns:a16="http://schemas.microsoft.com/office/drawing/2014/main" id="{8E4860E7-F521-AFC8-16D5-309DC5BFFB37}"/>
                  </a:ext>
                </a:extLst>
              </p:cNvPr>
              <p:cNvCxnSpPr>
                <a:stCxn id="1123" idx="0"/>
                <a:endCxn id="1126" idx="2"/>
              </p:cNvCxnSpPr>
              <p:nvPr/>
            </p:nvCxnSpPr>
            <p:spPr>
              <a:xfrm flipV="1">
                <a:off x="7220939" y="2529072"/>
                <a:ext cx="0" cy="60157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2" name="Rectangle 1131">
                <a:extLst>
                  <a:ext uri="{FF2B5EF4-FFF2-40B4-BE49-F238E27FC236}">
                    <a16:creationId xmlns:a16="http://schemas.microsoft.com/office/drawing/2014/main" id="{95C246EF-8DC7-C93C-ADF3-386543E93FDD}"/>
                  </a:ext>
                </a:extLst>
              </p:cNvPr>
              <p:cNvSpPr/>
              <p:nvPr/>
            </p:nvSpPr>
            <p:spPr>
              <a:xfrm>
                <a:off x="8084599" y="2058831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c9</a:t>
                </a:r>
              </a:p>
            </p:txBody>
          </p:sp>
          <p:cxnSp>
            <p:nvCxnSpPr>
              <p:cNvPr id="1133" name="Connector: Elbow 1132">
                <a:extLst>
                  <a:ext uri="{FF2B5EF4-FFF2-40B4-BE49-F238E27FC236}">
                    <a16:creationId xmlns:a16="http://schemas.microsoft.com/office/drawing/2014/main" id="{ACB9F2A7-475A-F639-897E-47CC60FE06D8}"/>
                  </a:ext>
                </a:extLst>
              </p:cNvPr>
              <p:cNvCxnSpPr>
                <a:stCxn id="1125" idx="3"/>
                <a:endCxn id="1132" idx="2"/>
              </p:cNvCxnSpPr>
              <p:nvPr/>
            </p:nvCxnSpPr>
            <p:spPr>
              <a:xfrm flipV="1">
                <a:off x="8033794" y="2228285"/>
                <a:ext cx="299919" cy="48312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1" name="Rectangle 1150">
                <a:extLst>
                  <a:ext uri="{FF2B5EF4-FFF2-40B4-BE49-F238E27FC236}">
                    <a16:creationId xmlns:a16="http://schemas.microsoft.com/office/drawing/2014/main" id="{1112C998-3FD2-9DA2-BAEE-C102FCB5CB4D}"/>
                  </a:ext>
                </a:extLst>
              </p:cNvPr>
              <p:cNvSpPr/>
              <p:nvPr/>
            </p:nvSpPr>
            <p:spPr>
              <a:xfrm>
                <a:off x="7535566" y="1818651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c10</a:t>
                </a:r>
              </a:p>
            </p:txBody>
          </p:sp>
          <p:cxnSp>
            <p:nvCxnSpPr>
              <p:cNvPr id="1155" name="Straight Arrow Connector 1154">
                <a:extLst>
                  <a:ext uri="{FF2B5EF4-FFF2-40B4-BE49-F238E27FC236}">
                    <a16:creationId xmlns:a16="http://schemas.microsoft.com/office/drawing/2014/main" id="{81729E5B-8DEE-8580-F02E-4C14C930D58D}"/>
                  </a:ext>
                </a:extLst>
              </p:cNvPr>
              <p:cNvCxnSpPr>
                <a:stCxn id="1125" idx="0"/>
                <a:endCxn id="1151" idx="2"/>
              </p:cNvCxnSpPr>
              <p:nvPr/>
            </p:nvCxnSpPr>
            <p:spPr>
              <a:xfrm flipV="1">
                <a:off x="7784680" y="1988104"/>
                <a:ext cx="0" cy="63858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5" name="Rectangle 1164">
                <a:extLst>
                  <a:ext uri="{FF2B5EF4-FFF2-40B4-BE49-F238E27FC236}">
                    <a16:creationId xmlns:a16="http://schemas.microsoft.com/office/drawing/2014/main" id="{CFCC418E-0BAD-96FD-D3C8-DAE4071C3B00}"/>
                  </a:ext>
                </a:extLst>
              </p:cNvPr>
              <p:cNvSpPr/>
              <p:nvPr/>
            </p:nvSpPr>
            <p:spPr>
              <a:xfrm>
                <a:off x="7535566" y="1509875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c11</a:t>
                </a:r>
              </a:p>
            </p:txBody>
          </p:sp>
          <p:cxnSp>
            <p:nvCxnSpPr>
              <p:cNvPr id="1169" name="Straight Arrow Connector 1168">
                <a:extLst>
                  <a:ext uri="{FF2B5EF4-FFF2-40B4-BE49-F238E27FC236}">
                    <a16:creationId xmlns:a16="http://schemas.microsoft.com/office/drawing/2014/main" id="{2590B17D-5BB1-305E-D0DC-CE0F14A27BAA}"/>
                  </a:ext>
                </a:extLst>
              </p:cNvPr>
              <p:cNvCxnSpPr>
                <a:stCxn id="1151" idx="0"/>
                <a:endCxn id="1165" idx="2"/>
              </p:cNvCxnSpPr>
              <p:nvPr/>
            </p:nvCxnSpPr>
            <p:spPr>
              <a:xfrm flipV="1">
                <a:off x="7784680" y="1679328"/>
                <a:ext cx="0" cy="13932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73" name="Rectangle 1172">
                <a:extLst>
                  <a:ext uri="{FF2B5EF4-FFF2-40B4-BE49-F238E27FC236}">
                    <a16:creationId xmlns:a16="http://schemas.microsoft.com/office/drawing/2014/main" id="{1F809814-F0A2-56F2-14EE-EDCA5017845E}"/>
                  </a:ext>
                </a:extLst>
              </p:cNvPr>
              <p:cNvSpPr/>
              <p:nvPr/>
            </p:nvSpPr>
            <p:spPr>
              <a:xfrm>
                <a:off x="8084599" y="1283067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c13</a:t>
                </a:r>
              </a:p>
            </p:txBody>
          </p:sp>
          <p:cxnSp>
            <p:nvCxnSpPr>
              <p:cNvPr id="1175" name="Straight Arrow Connector 1174">
                <a:extLst>
                  <a:ext uri="{FF2B5EF4-FFF2-40B4-BE49-F238E27FC236}">
                    <a16:creationId xmlns:a16="http://schemas.microsoft.com/office/drawing/2014/main" id="{AFD915BE-9CB6-6D60-7091-4614BBADD83A}"/>
                  </a:ext>
                </a:extLst>
              </p:cNvPr>
              <p:cNvCxnSpPr>
                <a:stCxn id="1132" idx="0"/>
                <a:endCxn id="1173" idx="2"/>
              </p:cNvCxnSpPr>
              <p:nvPr/>
            </p:nvCxnSpPr>
            <p:spPr>
              <a:xfrm flipV="1">
                <a:off x="8333713" y="1452520"/>
                <a:ext cx="0" cy="6063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8" name="Rectangle 1187">
                <a:extLst>
                  <a:ext uri="{FF2B5EF4-FFF2-40B4-BE49-F238E27FC236}">
                    <a16:creationId xmlns:a16="http://schemas.microsoft.com/office/drawing/2014/main" id="{15E0779F-F6D3-D4E8-9B9F-FCB882062EB8}"/>
                  </a:ext>
                </a:extLst>
              </p:cNvPr>
              <p:cNvSpPr/>
              <p:nvPr/>
            </p:nvSpPr>
            <p:spPr>
              <a:xfrm>
                <a:off x="7535566" y="1043344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c14</a:t>
                </a:r>
              </a:p>
            </p:txBody>
          </p:sp>
          <p:cxnSp>
            <p:nvCxnSpPr>
              <p:cNvPr id="1190" name="Straight Arrow Connector 1189">
                <a:extLst>
                  <a:ext uri="{FF2B5EF4-FFF2-40B4-BE49-F238E27FC236}">
                    <a16:creationId xmlns:a16="http://schemas.microsoft.com/office/drawing/2014/main" id="{09421A85-C6F6-A444-D431-1A62680F4B03}"/>
                  </a:ext>
                </a:extLst>
              </p:cNvPr>
              <p:cNvCxnSpPr>
                <a:stCxn id="1165" idx="0"/>
                <a:endCxn id="1188" idx="2"/>
              </p:cNvCxnSpPr>
              <p:nvPr/>
            </p:nvCxnSpPr>
            <p:spPr>
              <a:xfrm flipV="1">
                <a:off x="7784680" y="1212798"/>
                <a:ext cx="0" cy="2970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91" name="Rectangle 1190">
                <a:extLst>
                  <a:ext uri="{FF2B5EF4-FFF2-40B4-BE49-F238E27FC236}">
                    <a16:creationId xmlns:a16="http://schemas.microsoft.com/office/drawing/2014/main" id="{818AF527-4BDC-B21A-4EC4-8E608A738DBA}"/>
                  </a:ext>
                </a:extLst>
              </p:cNvPr>
              <p:cNvSpPr/>
              <p:nvPr/>
            </p:nvSpPr>
            <p:spPr>
              <a:xfrm>
                <a:off x="8084599" y="836436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c15</a:t>
                </a:r>
              </a:p>
            </p:txBody>
          </p:sp>
          <p:cxnSp>
            <p:nvCxnSpPr>
              <p:cNvPr id="1195" name="Connector: Elbow 1194">
                <a:extLst>
                  <a:ext uri="{FF2B5EF4-FFF2-40B4-BE49-F238E27FC236}">
                    <a16:creationId xmlns:a16="http://schemas.microsoft.com/office/drawing/2014/main" id="{967FD637-9A03-12BF-B12F-8B8EDF6CA663}"/>
                  </a:ext>
                </a:extLst>
              </p:cNvPr>
              <p:cNvCxnSpPr>
                <a:stCxn id="1188" idx="0"/>
                <a:endCxn id="1191" idx="1"/>
              </p:cNvCxnSpPr>
              <p:nvPr/>
            </p:nvCxnSpPr>
            <p:spPr>
              <a:xfrm rot="5400000" flipH="1" flipV="1">
                <a:off x="7873549" y="832294"/>
                <a:ext cx="122181" cy="299919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7" name="Straight Arrow Connector 1196">
                <a:extLst>
                  <a:ext uri="{FF2B5EF4-FFF2-40B4-BE49-F238E27FC236}">
                    <a16:creationId xmlns:a16="http://schemas.microsoft.com/office/drawing/2014/main" id="{78F61409-DCB9-6FA2-824C-59A8B830192E}"/>
                  </a:ext>
                </a:extLst>
              </p:cNvPr>
              <p:cNvCxnSpPr>
                <a:stCxn id="1173" idx="0"/>
                <a:endCxn id="1191" idx="2"/>
              </p:cNvCxnSpPr>
              <p:nvPr/>
            </p:nvCxnSpPr>
            <p:spPr>
              <a:xfrm flipV="1">
                <a:off x="8333713" y="1005889"/>
                <a:ext cx="0" cy="27717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0" name="Rectangle 1199">
                <a:extLst>
                  <a:ext uri="{FF2B5EF4-FFF2-40B4-BE49-F238E27FC236}">
                    <a16:creationId xmlns:a16="http://schemas.microsoft.com/office/drawing/2014/main" id="{1CD1C814-3F9E-5BAE-BE72-3020D92EBC58}"/>
                  </a:ext>
                </a:extLst>
              </p:cNvPr>
              <p:cNvSpPr/>
              <p:nvPr/>
            </p:nvSpPr>
            <p:spPr>
              <a:xfrm>
                <a:off x="7535566" y="611533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c16</a:t>
                </a:r>
              </a:p>
            </p:txBody>
          </p:sp>
          <p:cxnSp>
            <p:nvCxnSpPr>
              <p:cNvPr id="1202" name="Connector: Elbow 1201">
                <a:extLst>
                  <a:ext uri="{FF2B5EF4-FFF2-40B4-BE49-F238E27FC236}">
                    <a16:creationId xmlns:a16="http://schemas.microsoft.com/office/drawing/2014/main" id="{A9967F3B-3584-D3B1-3F25-B060D191119F}"/>
                  </a:ext>
                </a:extLst>
              </p:cNvPr>
              <p:cNvCxnSpPr>
                <a:stCxn id="1191" idx="0"/>
                <a:endCxn id="1200" idx="3"/>
              </p:cNvCxnSpPr>
              <p:nvPr/>
            </p:nvCxnSpPr>
            <p:spPr>
              <a:xfrm rot="16200000" flipV="1">
                <a:off x="8113666" y="616389"/>
                <a:ext cx="140176" cy="299919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6" name="Straight Connector 1205">
                <a:extLst>
                  <a:ext uri="{FF2B5EF4-FFF2-40B4-BE49-F238E27FC236}">
                    <a16:creationId xmlns:a16="http://schemas.microsoft.com/office/drawing/2014/main" id="{C9EDE329-B998-DB6A-10A6-503B8F21E4A3}"/>
                  </a:ext>
                </a:extLst>
              </p:cNvPr>
              <p:cNvCxnSpPr>
                <a:stCxn id="1188" idx="0"/>
                <a:endCxn id="1200" idx="2"/>
              </p:cNvCxnSpPr>
              <p:nvPr/>
            </p:nvCxnSpPr>
            <p:spPr>
              <a:xfrm flipV="1">
                <a:off x="7784680" y="780987"/>
                <a:ext cx="0" cy="262358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7" name="Rectangle 1206">
                <a:extLst>
                  <a:ext uri="{FF2B5EF4-FFF2-40B4-BE49-F238E27FC236}">
                    <a16:creationId xmlns:a16="http://schemas.microsoft.com/office/drawing/2014/main" id="{9E254CFB-8B1B-DDC2-F978-5FEED0CEFFCF}"/>
                  </a:ext>
                </a:extLst>
              </p:cNvPr>
              <p:cNvSpPr/>
              <p:nvPr/>
            </p:nvSpPr>
            <p:spPr>
              <a:xfrm>
                <a:off x="6971825" y="378330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c17</a:t>
                </a:r>
              </a:p>
            </p:txBody>
          </p:sp>
          <p:cxnSp>
            <p:nvCxnSpPr>
              <p:cNvPr id="1209" name="Connector: Elbow 1208">
                <a:extLst>
                  <a:ext uri="{FF2B5EF4-FFF2-40B4-BE49-F238E27FC236}">
                    <a16:creationId xmlns:a16="http://schemas.microsoft.com/office/drawing/2014/main" id="{3D974DA9-1922-431A-5A12-4F26EF0BDA9C}"/>
                  </a:ext>
                </a:extLst>
              </p:cNvPr>
              <p:cNvCxnSpPr>
                <a:stCxn id="1200" idx="0"/>
                <a:endCxn id="1207" idx="3"/>
              </p:cNvCxnSpPr>
              <p:nvPr/>
            </p:nvCxnSpPr>
            <p:spPr>
              <a:xfrm rot="16200000" flipV="1">
                <a:off x="7553128" y="379982"/>
                <a:ext cx="148476" cy="31462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3" name="Straight Connector 1212">
                <a:extLst>
                  <a:ext uri="{FF2B5EF4-FFF2-40B4-BE49-F238E27FC236}">
                    <a16:creationId xmlns:a16="http://schemas.microsoft.com/office/drawing/2014/main" id="{1F939588-D667-47FE-34EB-87816CC5F362}"/>
                  </a:ext>
                </a:extLst>
              </p:cNvPr>
              <p:cNvCxnSpPr>
                <a:stCxn id="1126" idx="0"/>
                <a:endCxn id="1207" idx="2"/>
              </p:cNvCxnSpPr>
              <p:nvPr/>
            </p:nvCxnSpPr>
            <p:spPr>
              <a:xfrm flipV="1">
                <a:off x="7220939" y="547783"/>
                <a:ext cx="0" cy="1811836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57" name="Oval 1256">
              <a:extLst>
                <a:ext uri="{FF2B5EF4-FFF2-40B4-BE49-F238E27FC236}">
                  <a16:creationId xmlns:a16="http://schemas.microsoft.com/office/drawing/2014/main" id="{882D13EB-EB17-73B1-1D16-B6A54FFF18EE}"/>
                </a:ext>
              </a:extLst>
            </p:cNvPr>
            <p:cNvSpPr/>
            <p:nvPr/>
          </p:nvSpPr>
          <p:spPr>
            <a:xfrm>
              <a:off x="7799832" y="179175"/>
              <a:ext cx="256737" cy="218143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sp>
          <p:nvSpPr>
            <p:cNvPr id="1273" name="Oval 1272">
              <a:extLst>
                <a:ext uri="{FF2B5EF4-FFF2-40B4-BE49-F238E27FC236}">
                  <a16:creationId xmlns:a16="http://schemas.microsoft.com/office/drawing/2014/main" id="{B35D10E2-0933-FC71-0467-43A8C5EE73C1}"/>
                </a:ext>
              </a:extLst>
            </p:cNvPr>
            <p:cNvSpPr/>
            <p:nvPr/>
          </p:nvSpPr>
          <p:spPr>
            <a:xfrm>
              <a:off x="8430417" y="375652"/>
              <a:ext cx="256737" cy="218143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sp>
          <p:nvSpPr>
            <p:cNvPr id="1289" name="Oval 1288">
              <a:extLst>
                <a:ext uri="{FF2B5EF4-FFF2-40B4-BE49-F238E27FC236}">
                  <a16:creationId xmlns:a16="http://schemas.microsoft.com/office/drawing/2014/main" id="{27CBF51A-DB89-5178-5A80-8A5D0B663906}"/>
                </a:ext>
              </a:extLst>
            </p:cNvPr>
            <p:cNvSpPr/>
            <p:nvPr/>
          </p:nvSpPr>
          <p:spPr>
            <a:xfrm>
              <a:off x="8861082" y="714359"/>
              <a:ext cx="256737" cy="218143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f</a:t>
              </a:r>
            </a:p>
          </p:txBody>
        </p:sp>
        <p:cxnSp>
          <p:nvCxnSpPr>
            <p:cNvPr id="1291" name="Connector: Elbow 1290">
              <a:extLst>
                <a:ext uri="{FF2B5EF4-FFF2-40B4-BE49-F238E27FC236}">
                  <a16:creationId xmlns:a16="http://schemas.microsoft.com/office/drawing/2014/main" id="{10E1DD21-8734-5125-A3E4-1CC277EB947E}"/>
                </a:ext>
              </a:extLst>
            </p:cNvPr>
            <p:cNvCxnSpPr>
              <a:stCxn id="1289" idx="2"/>
              <a:endCxn id="1191" idx="3"/>
            </p:cNvCxnSpPr>
            <p:nvPr/>
          </p:nvCxnSpPr>
          <p:spPr>
            <a:xfrm rot="10800000" flipV="1">
              <a:off x="8582828" y="823431"/>
              <a:ext cx="278255" cy="97732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99" name="Straight Arrow Connector 1298">
            <a:extLst>
              <a:ext uri="{FF2B5EF4-FFF2-40B4-BE49-F238E27FC236}">
                <a16:creationId xmlns:a16="http://schemas.microsoft.com/office/drawing/2014/main" id="{318492FB-37AF-076D-7A01-FAD7BF72EE29}"/>
              </a:ext>
            </a:extLst>
          </p:cNvPr>
          <p:cNvCxnSpPr>
            <a:cxnSpLocks/>
          </p:cNvCxnSpPr>
          <p:nvPr/>
        </p:nvCxnSpPr>
        <p:spPr>
          <a:xfrm>
            <a:off x="3067900" y="2468880"/>
            <a:ext cx="813220" cy="599440"/>
          </a:xfrm>
          <a:prstGeom prst="straightConnector1">
            <a:avLst/>
          </a:prstGeom>
          <a:ln w="635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1" name="Straight Arrow Connector 1300">
            <a:extLst>
              <a:ext uri="{FF2B5EF4-FFF2-40B4-BE49-F238E27FC236}">
                <a16:creationId xmlns:a16="http://schemas.microsoft.com/office/drawing/2014/main" id="{5C0BE455-2D8D-5355-C616-2550E54CB3D9}"/>
              </a:ext>
            </a:extLst>
          </p:cNvPr>
          <p:cNvCxnSpPr>
            <a:cxnSpLocks/>
          </p:cNvCxnSpPr>
          <p:nvPr/>
        </p:nvCxnSpPr>
        <p:spPr>
          <a:xfrm flipV="1">
            <a:off x="2723198" y="4047248"/>
            <a:ext cx="1331340" cy="1213305"/>
          </a:xfrm>
          <a:prstGeom prst="straightConnector1">
            <a:avLst/>
          </a:prstGeom>
          <a:ln w="635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2" name="Straight Arrow Connector 1301">
            <a:extLst>
              <a:ext uri="{FF2B5EF4-FFF2-40B4-BE49-F238E27FC236}">
                <a16:creationId xmlns:a16="http://schemas.microsoft.com/office/drawing/2014/main" id="{61FB4C30-9B9A-26CE-C545-B87DF62AFC8B}"/>
              </a:ext>
            </a:extLst>
          </p:cNvPr>
          <p:cNvCxnSpPr>
            <a:cxnSpLocks/>
          </p:cNvCxnSpPr>
          <p:nvPr/>
        </p:nvCxnSpPr>
        <p:spPr>
          <a:xfrm flipV="1">
            <a:off x="5279539" y="1894735"/>
            <a:ext cx="1014665" cy="975465"/>
          </a:xfrm>
          <a:prstGeom prst="straightConnector1">
            <a:avLst/>
          </a:prstGeom>
          <a:ln w="635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3" name="Straight Arrow Connector 1302">
            <a:extLst>
              <a:ext uri="{FF2B5EF4-FFF2-40B4-BE49-F238E27FC236}">
                <a16:creationId xmlns:a16="http://schemas.microsoft.com/office/drawing/2014/main" id="{568DD66B-43F1-D1AE-8A3C-F4D93E4A8044}"/>
              </a:ext>
            </a:extLst>
          </p:cNvPr>
          <p:cNvCxnSpPr>
            <a:cxnSpLocks/>
          </p:cNvCxnSpPr>
          <p:nvPr/>
        </p:nvCxnSpPr>
        <p:spPr>
          <a:xfrm>
            <a:off x="5075393" y="3987801"/>
            <a:ext cx="1101887" cy="1162330"/>
          </a:xfrm>
          <a:prstGeom prst="straightConnector1">
            <a:avLst/>
          </a:prstGeom>
          <a:ln w="635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88118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188</Words>
  <Application>Microsoft Office PowerPoint</Application>
  <PresentationFormat>Widescreen</PresentationFormat>
  <Paragraphs>165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Johnson, Randall</dc:creator>
  <cp:lastModifiedBy>Johnson, Randall</cp:lastModifiedBy>
  <cp:revision>1</cp:revision>
  <dcterms:created xsi:type="dcterms:W3CDTF">2025-12-31T19:47:54Z</dcterms:created>
  <dcterms:modified xsi:type="dcterms:W3CDTF">2025-12-31T22:39:24Z</dcterms:modified>
</cp:coreProperties>
</file>