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3" r:id="rId3"/>
    <p:sldId id="262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A53F-A8EA-F650-2FFF-C878D1C2AD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EB367B-487A-99F3-60C9-F65EF7178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C52BD-812C-6289-947A-D1415530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EE608-A98E-E47C-BC78-D1310ACE7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55683-0063-7F77-4FE4-2190FC14A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788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0AFBF-FDCB-167E-CC2D-E03D25FB0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AA722C-63F6-CB23-1476-D626AA35B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D7CA0-69C0-4D6B-4191-950F57140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E8B8C-C106-5208-446B-4D0088C73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C82B2-8490-A6E1-245A-704BA24BF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38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AF5C-6B08-8B5D-1A16-BBB9233F2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8CF5A8-C136-E578-3AF5-03B4BA99F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C31F9-6797-EF64-2E1C-AE84B1BEB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41AC5-9831-4234-DE9E-125A117EE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ADDC04-9D49-E1DD-1E36-01C3AE386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839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52ED-DDCC-0EE9-77C6-C78CF7C1B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D12C6-4858-B4A2-C026-400EEED35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C4F8BF-C714-37CC-9879-4329CAB54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B73D21-5044-FB65-5722-7852BE555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F99DA-5362-E426-9C13-117D2DA97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11C3B-D910-AEDE-FA8E-7571858B3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0552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33B39-A529-1D11-BD81-98A58385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53D9C-0649-517C-05FB-0AF081AD0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CA044-3E69-489B-35AF-D869CAFAF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FED5AC-F20C-FAFC-B20D-3D92916D19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092CBC-3C22-5D23-3815-B49CDCA187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FB94BA-7834-495C-6E82-6D9097B3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271964-8FBB-7968-CCBF-46E9DE6D0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638C2-84AA-52F6-2F75-6A8B0EB3D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818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1C759-5728-B084-C468-86932099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7FF02D-EEC8-B5FA-F56F-7B2289DB8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AADA3-7C9B-FC1F-4B94-AC3B8E39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BDC7E6-5E36-3735-DF7C-5CE4A3877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886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D612-FEE6-CC0B-229B-ADD925AE2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5AF598-7829-9AEB-0E38-0299AFC4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11823-BC28-671A-3909-23C7F017F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190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B2F63-1B28-F2D6-DBBF-CD68159B0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3B6DC-4F2C-607D-A602-C48957818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7E3A6B-C348-C30C-5272-DCFB10CB8D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6B6D10-A024-4F75-5F15-110D3D6C8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6B1F0-5A8F-9F85-4554-1D9AB14A4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37B9DB-9C9D-EC33-B3BB-C059A3C4F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7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8656B-2E4D-4392-853E-740417E8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23E638-6857-3082-B953-62014A75AB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5B188C-3893-2BF1-D785-6664313F4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EBB59C-2E35-0073-FC5F-E991ED87C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6660E8-2C63-0498-A675-782DD6612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1BD235-3CFB-EA1E-B4DF-AFC80E8FA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1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CCBB2-4660-3F8A-D898-BC8FFA426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EFD69-AEDC-AB3F-5916-49BEC88FB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2644F-CEB8-393F-C0E6-0493D77EB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04264-17CB-7736-EA26-1692FD618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0ECC3-C9CF-8AD9-BDF8-B0C1E2699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10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507F62-5EFA-95C8-7CCF-9BA8FB37FF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CFF272-3A2D-4F49-51F4-CCE11E0DF9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26EE01-4A17-0E39-5147-22F510CFA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B7EFA-EBEF-4A81-DF4E-203C8F5F6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3A1DED-7F00-BCBA-44FB-8E3C2BABF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651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7CDF64-AAC9-FD1A-821C-71DFCC76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D0E319-4433-DE81-89F8-6D2507219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DAEB4-23F6-E805-FCB7-53839D9D79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403988-FE1C-4963-83D4-41115561F243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FDA7B-8A88-5360-2CBC-D41D960841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6C396-169E-A17D-FE9C-F4B3A8E8E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56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07B31-E612-A337-5637-26E161378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D8DD08-AB68-ABCA-533D-3F500694F0E6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546101F-9590-502D-5A6D-46A271218565}"/>
              </a:ext>
            </a:extLst>
          </p:cNvPr>
          <p:cNvSpPr/>
          <p:nvPr/>
        </p:nvSpPr>
        <p:spPr>
          <a:xfrm>
            <a:off x="7699248" y="5265202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8362D700-765B-93E0-0EA1-CA33DA792B09}"/>
              </a:ext>
            </a:extLst>
          </p:cNvPr>
          <p:cNvCxnSpPr>
            <a:cxnSpLocks/>
            <a:stCxn id="2" idx="2"/>
            <a:endCxn id="4" idx="3"/>
          </p:cNvCxnSpPr>
          <p:nvPr/>
        </p:nvCxnSpPr>
        <p:spPr>
          <a:xfrm rot="10800000" flipV="1">
            <a:off x="7048500" y="5722402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118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42D5-41B3-DC2F-1D84-1F163A76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F5FC4E0-8E29-5A29-F17E-94C8AD38D380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5A69AB-EA1D-58E3-BF14-F875322FAA88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8FFD147-4B8A-3B30-3AA0-989B14DDF2D6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625D0FF-C3E1-2A12-2FD9-E8E022A120C3}"/>
              </a:ext>
            </a:extLst>
          </p:cNvPr>
          <p:cNvSpPr/>
          <p:nvPr/>
        </p:nvSpPr>
        <p:spPr>
          <a:xfrm>
            <a:off x="7699248" y="384483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3802930-B397-2736-3893-234E41C5064D}"/>
              </a:ext>
            </a:extLst>
          </p:cNvPr>
          <p:cNvCxnSpPr>
            <a:cxnSpLocks/>
            <a:stCxn id="7" idx="2"/>
          </p:cNvCxnSpPr>
          <p:nvPr/>
        </p:nvCxnSpPr>
        <p:spPr>
          <a:xfrm rot="10800000" flipV="1">
            <a:off x="7048500" y="4302034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509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9705-3858-6CE4-2A28-BF2176B8A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14ECCA-8662-B8CF-6351-9608A9C9B4C9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5CB04B-949E-B150-2ECE-11E36AEF6535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C84831-513A-F34F-4530-70AFD5105F2E}"/>
              </a:ext>
            </a:extLst>
          </p:cNvPr>
          <p:cNvSpPr/>
          <p:nvPr/>
        </p:nvSpPr>
        <p:spPr>
          <a:xfrm>
            <a:off x="7447788" y="280851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 new feature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CB948AE-D2E4-B4A2-9D63-33CB5CB9CD2F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51DC6EB-8E03-1F0B-235F-F6F942B3DB47}"/>
              </a:ext>
            </a:extLst>
          </p:cNvPr>
          <p:cNvSpPr/>
          <p:nvPr/>
        </p:nvSpPr>
        <p:spPr>
          <a:xfrm>
            <a:off x="9848088" y="235131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0341103-661A-DC25-2001-6DC2E85C778F}"/>
              </a:ext>
            </a:extLst>
          </p:cNvPr>
          <p:cNvSpPr/>
          <p:nvPr/>
        </p:nvSpPr>
        <p:spPr>
          <a:xfrm>
            <a:off x="7699248" y="384483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B1A233F-CEC7-CED7-DE46-630F3C56D550}"/>
              </a:ext>
            </a:extLst>
          </p:cNvPr>
          <p:cNvCxnSpPr>
            <a:cxnSpLocks/>
            <a:stCxn id="13" idx="2"/>
          </p:cNvCxnSpPr>
          <p:nvPr/>
        </p:nvCxnSpPr>
        <p:spPr>
          <a:xfrm rot="10800000" flipV="1">
            <a:off x="7048500" y="4302034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F5FA9DF-0A6C-E29D-7ABF-83C33DD48EE1}"/>
              </a:ext>
            </a:extLst>
          </p:cNvPr>
          <p:cNvCxnSpPr>
            <a:stCxn id="5" idx="0"/>
            <a:endCxn id="6" idx="1"/>
          </p:cNvCxnSpPr>
          <p:nvPr/>
        </p:nvCxnSpPr>
        <p:spPr>
          <a:xfrm rot="5400000" flipH="1" flipV="1">
            <a:off x="6226520" y="3080766"/>
            <a:ext cx="1090748" cy="135178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12280DB-4CF5-A3A4-F5D5-B4B7F5D36D56}"/>
              </a:ext>
            </a:extLst>
          </p:cNvPr>
          <p:cNvCxnSpPr>
            <a:stCxn id="8" idx="2"/>
            <a:endCxn id="6" idx="3"/>
          </p:cNvCxnSpPr>
          <p:nvPr/>
        </p:nvCxnSpPr>
        <p:spPr>
          <a:xfrm rot="10800000" flipV="1">
            <a:off x="9352788" y="2808514"/>
            <a:ext cx="495300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184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449E3-BA13-ACF8-FAB2-CDBF39B82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38457D8-1A5A-B81D-D4DE-F382DD616D54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4E86CF-F89A-F40E-2BDC-A013501BD274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1F1619-0D26-C992-D352-99F0CADDD1E3}"/>
              </a:ext>
            </a:extLst>
          </p:cNvPr>
          <p:cNvSpPr/>
          <p:nvPr/>
        </p:nvSpPr>
        <p:spPr>
          <a:xfrm>
            <a:off x="7447788" y="2799370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 new feature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262F74-E8D4-C956-CBED-375303110588}"/>
              </a:ext>
            </a:extLst>
          </p:cNvPr>
          <p:cNvSpPr/>
          <p:nvPr/>
        </p:nvSpPr>
        <p:spPr>
          <a:xfrm>
            <a:off x="7447788" y="1412530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Finish new feature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7C1A9B4-A322-A68D-5283-B264E5F71D48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861591-747B-E268-8D40-88D745DABF5D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8400288" y="2218073"/>
            <a:ext cx="0" cy="581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4E6996B8-9DE7-65DA-2997-8990C19D4FF2}"/>
              </a:ext>
            </a:extLst>
          </p:cNvPr>
          <p:cNvSpPr/>
          <p:nvPr/>
        </p:nvSpPr>
        <p:spPr>
          <a:xfrm>
            <a:off x="7699248" y="384483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D438D70-272E-52E7-F508-E7C2D015079E}"/>
              </a:ext>
            </a:extLst>
          </p:cNvPr>
          <p:cNvCxnSpPr>
            <a:stCxn id="11" idx="2"/>
            <a:endCxn id="5" idx="3"/>
          </p:cNvCxnSpPr>
          <p:nvPr/>
        </p:nvCxnSpPr>
        <p:spPr>
          <a:xfrm rot="10800000" flipV="1">
            <a:off x="7048500" y="4302034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FC0A80-8015-8ECE-4D1D-98EFA930FD36}"/>
              </a:ext>
            </a:extLst>
          </p:cNvPr>
          <p:cNvCxnSpPr>
            <a:stCxn id="5" idx="0"/>
            <a:endCxn id="6" idx="1"/>
          </p:cNvCxnSpPr>
          <p:nvPr/>
        </p:nvCxnSpPr>
        <p:spPr>
          <a:xfrm rot="5400000" flipH="1" flipV="1">
            <a:off x="6221948" y="3076194"/>
            <a:ext cx="1099892" cy="135178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2D1A84A-29F8-5EFF-AC17-A55AFBCFDF92}"/>
              </a:ext>
            </a:extLst>
          </p:cNvPr>
          <p:cNvSpPr/>
          <p:nvPr/>
        </p:nvSpPr>
        <p:spPr>
          <a:xfrm>
            <a:off x="9848088" y="623533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</a:t>
            </a: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D19B443-6056-1285-0C76-36F74709E36E}"/>
              </a:ext>
            </a:extLst>
          </p:cNvPr>
          <p:cNvCxnSpPr>
            <a:cxnSpLocks/>
            <a:stCxn id="21" idx="2"/>
          </p:cNvCxnSpPr>
          <p:nvPr/>
        </p:nvCxnSpPr>
        <p:spPr>
          <a:xfrm rot="10800000" flipV="1">
            <a:off x="9352788" y="1080732"/>
            <a:ext cx="495300" cy="7162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894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9B4D8-54C6-D821-C6E1-DD4303C3A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EDD62DD-C33C-E571-E919-A7018F262E2A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14CC1A-DA77-62B8-0DC6-08B9A3AA0904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93FEA9-9300-9D3A-BCE3-0FDB98268B60}"/>
              </a:ext>
            </a:extLst>
          </p:cNvPr>
          <p:cNvSpPr/>
          <p:nvPr/>
        </p:nvSpPr>
        <p:spPr>
          <a:xfrm>
            <a:off x="7447788" y="3293146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 new feature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038288-88D0-292F-7D98-DA766CC0E8BD}"/>
              </a:ext>
            </a:extLst>
          </p:cNvPr>
          <p:cNvSpPr/>
          <p:nvPr/>
        </p:nvSpPr>
        <p:spPr>
          <a:xfrm>
            <a:off x="7447788" y="1906306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Finish new feature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0423B5-459F-0D0A-ECCC-BDAF7448EB2C}"/>
              </a:ext>
            </a:extLst>
          </p:cNvPr>
          <p:cNvSpPr/>
          <p:nvPr/>
        </p:nvSpPr>
        <p:spPr>
          <a:xfrm>
            <a:off x="5143500" y="439783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Merge new feature – v2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993431-62CF-5D3E-544E-D0C82455632E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40B3146-736C-4502-349F-933F60B244BD}"/>
              </a:ext>
            </a:extLst>
          </p:cNvPr>
          <p:cNvCxnSpPr>
            <a:stCxn id="5" idx="3"/>
            <a:endCxn id="6" idx="2"/>
          </p:cNvCxnSpPr>
          <p:nvPr/>
        </p:nvCxnSpPr>
        <p:spPr>
          <a:xfrm flipV="1">
            <a:off x="7048500" y="4098689"/>
            <a:ext cx="1351788" cy="6061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3A7E64-E4CB-1A7B-439D-FD8573143F73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8400288" y="2711849"/>
            <a:ext cx="0" cy="581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6C764D-DDF8-260D-383C-BD13321B31E4}"/>
              </a:ext>
            </a:extLst>
          </p:cNvPr>
          <p:cNvCxnSpPr>
            <a:stCxn id="5" idx="0"/>
            <a:endCxn id="8" idx="2"/>
          </p:cNvCxnSpPr>
          <p:nvPr/>
        </p:nvCxnSpPr>
        <p:spPr>
          <a:xfrm flipV="1">
            <a:off x="6096000" y="1245326"/>
            <a:ext cx="0" cy="3056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44B9E02A-F425-581C-9AD3-DA4245AC695E}"/>
              </a:ext>
            </a:extLst>
          </p:cNvPr>
          <p:cNvCxnSpPr>
            <a:stCxn id="7" idx="0"/>
            <a:endCxn id="8" idx="2"/>
          </p:cNvCxnSpPr>
          <p:nvPr/>
        </p:nvCxnSpPr>
        <p:spPr>
          <a:xfrm rot="16200000" flipV="1">
            <a:off x="6917654" y="423672"/>
            <a:ext cx="660980" cy="23042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751A7A6-E5B0-2D4E-8792-86BFCC463723}"/>
              </a:ext>
            </a:extLst>
          </p:cNvPr>
          <p:cNvSpPr/>
          <p:nvPr/>
        </p:nvSpPr>
        <p:spPr>
          <a:xfrm>
            <a:off x="9848088" y="1135597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950FE90-ED63-64F7-2A4F-50AAE3D7AC88}"/>
              </a:ext>
            </a:extLst>
          </p:cNvPr>
          <p:cNvSpPr/>
          <p:nvPr/>
        </p:nvSpPr>
        <p:spPr>
          <a:xfrm>
            <a:off x="7618477" y="64442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B325EBD3-2DA8-D1F9-2562-C56423AE20B9}"/>
              </a:ext>
            </a:extLst>
          </p:cNvPr>
          <p:cNvCxnSpPr>
            <a:cxnSpLocks/>
            <a:stCxn id="11" idx="2"/>
            <a:endCxn id="7" idx="3"/>
          </p:cNvCxnSpPr>
          <p:nvPr/>
        </p:nvCxnSpPr>
        <p:spPr>
          <a:xfrm rot="10800000" flipV="1">
            <a:off x="9352788" y="1592796"/>
            <a:ext cx="495300" cy="7162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7F0AB79-6B6C-DF7E-D6E9-BEEF1412476C}"/>
              </a:ext>
            </a:extLst>
          </p:cNvPr>
          <p:cNvCxnSpPr>
            <a:cxnSpLocks/>
            <a:stCxn id="13" idx="2"/>
            <a:endCxn id="8" idx="3"/>
          </p:cNvCxnSpPr>
          <p:nvPr/>
        </p:nvCxnSpPr>
        <p:spPr>
          <a:xfrm rot="10800000" flipV="1">
            <a:off x="7048501" y="521641"/>
            <a:ext cx="569977" cy="32091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232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46</Words>
  <Application>Microsoft Office PowerPoint</Application>
  <PresentationFormat>Widescreen</PresentationFormat>
  <Paragraphs>23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Johnson, Randall</dc:creator>
  <cp:lastModifiedBy>Johnson, Randall</cp:lastModifiedBy>
  <cp:revision>1</cp:revision>
  <dcterms:created xsi:type="dcterms:W3CDTF">2025-12-31T19:47:54Z</dcterms:created>
  <dcterms:modified xsi:type="dcterms:W3CDTF">2025-12-31T20:16:49Z</dcterms:modified>
</cp:coreProperties>
</file>